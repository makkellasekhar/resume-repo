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5" r:id="rId5"/>
  </p:sldMasterIdLst>
  <p:notesMasterIdLst>
    <p:notesMasterId r:id="rId7"/>
  </p:notesMasterIdLst>
  <p:handoutMasterIdLst>
    <p:handoutMasterId r:id="rId8"/>
  </p:handoutMasterIdLst>
  <p:sldIdLst>
    <p:sldId id="1989" r:id="rId6"/>
  </p:sldIdLst>
  <p:sldSz cx="12192000" cy="6858000"/>
  <p:notesSz cx="6858000" cy="9144000"/>
  <p:custDataLst>
    <p:tags r:id="rId9"/>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gemini Masters" id="{4E249A1C-D928-4AC0-A77C-65440B7A141B}">
          <p14:sldIdLst>
            <p14:sldId id="1989"/>
          </p14:sldIdLst>
        </p14:section>
      </p14:sectionLst>
    </p:ext>
    <p:ext uri="{EFAFB233-063F-42B5-8137-9DF3F51BA10A}">
      <p15:sldGuideLst xmlns:p15="http://schemas.microsoft.com/office/powerpoint/2012/main">
        <p15:guide id="1" orient="horz" pos="2341" userDrawn="1">
          <p15:clr>
            <a:srgbClr val="A4A3A4"/>
          </p15:clr>
        </p15:guide>
        <p15:guide id="2" pos="3659"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 Venkatesh" initials="KV" lastIdx="1" clrIdx="0">
    <p:extLst>
      <p:ext uri="{19B8F6BF-5375-455C-9EA6-DF929625EA0E}">
        <p15:presenceInfo xmlns:p15="http://schemas.microsoft.com/office/powerpoint/2012/main" userId="S::venkatesh.e.k@capgemini.com::b1fd1dd4-6400-4583-9afb-658991ea160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F497D"/>
    <a:srgbClr val="0B79AA"/>
    <a:srgbClr val="CAD1A1"/>
    <a:srgbClr val="4BACC6"/>
    <a:srgbClr val="AABED2"/>
    <a:srgbClr val="0070AD"/>
    <a:srgbClr val="FF7E83"/>
    <a:srgbClr val="2B0A3D"/>
    <a:srgbClr val="00C3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270" autoAdjust="0"/>
    <p:restoredTop sz="93792" autoAdjust="0"/>
  </p:normalViewPr>
  <p:slideViewPr>
    <p:cSldViewPr>
      <p:cViewPr varScale="1">
        <p:scale>
          <a:sx n="67" d="100"/>
          <a:sy n="67" d="100"/>
        </p:scale>
        <p:origin x="976" y="44"/>
      </p:cViewPr>
      <p:guideLst>
        <p:guide orient="horz" pos="2341"/>
        <p:guide pos="3659"/>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p:cViewPr varScale="1">
        <p:scale>
          <a:sx n="74" d="100"/>
          <a:sy n="74" d="100"/>
        </p:scale>
        <p:origin x="2706"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presProps" Target="presProps.xml"/><Relationship Id="rId5" Type="http://schemas.openxmlformats.org/officeDocument/2006/relationships/slideMaster" Target="slideMasters/slideMaster2.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tags" Target="tags/tag1.xml"/><Relationship Id="rId14"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t>28/06/2022</a:t>
            </a:fld>
            <a:endParaRPr lang="pt-PT" sz="90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t>‹#›</a:t>
            </a:fld>
            <a:endParaRPr lang="pt-PT" sz="90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t>28/06/2022</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dirty="0"/>
              <a:t>Insert comments</a:t>
            </a:r>
            <a:endParaRPr lang="pt-BR" dirty="0"/>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t>‹#›</a:t>
            </a:fld>
            <a:endParaRPr lang="pt-B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xfrm>
            <a:off x="685800" y="1143000"/>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nl-NL" altLang="nl-NL"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emf"/><Relationship Id="rId2" Type="http://schemas.openxmlformats.org/officeDocument/2006/relationships/tags" Target="../tags/tag8.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2.xml"/><Relationship Id="rId7" Type="http://schemas.openxmlformats.org/officeDocument/2006/relationships/oleObject" Target="../embeddings/oleObject3.bin"/><Relationship Id="rId2" Type="http://schemas.openxmlformats.org/officeDocument/2006/relationships/tags" Target="../tags/tag11.xml"/><Relationship Id="rId1" Type="http://schemas.openxmlformats.org/officeDocument/2006/relationships/vmlDrawing" Target="../drawings/vmlDrawing3.vml"/><Relationship Id="rId6" Type="http://schemas.openxmlformats.org/officeDocument/2006/relationships/slideMaster" Target="../slideMasters/slideMaster1.xml"/><Relationship Id="rId5" Type="http://schemas.openxmlformats.org/officeDocument/2006/relationships/tags" Target="../tags/tag14.xml"/><Relationship Id="rId4" Type="http://schemas.openxmlformats.org/officeDocument/2006/relationships/tags" Target="../tags/tag13.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6.xml"/><Relationship Id="rId7" Type="http://schemas.openxmlformats.org/officeDocument/2006/relationships/oleObject" Target="../embeddings/oleObject4.bin"/><Relationship Id="rId2" Type="http://schemas.openxmlformats.org/officeDocument/2006/relationships/tags" Target="../tags/tag15.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18.xml"/><Relationship Id="rId4" Type="http://schemas.openxmlformats.org/officeDocument/2006/relationships/tags" Target="../tags/tag17.xml"/></Relationships>
</file>

<file path=ppt/slideLayouts/_rels/slideLayout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0.xml"/><Relationship Id="rId7" Type="http://schemas.openxmlformats.org/officeDocument/2006/relationships/tags" Target="../tags/tag24.xml"/><Relationship Id="rId2" Type="http://schemas.openxmlformats.org/officeDocument/2006/relationships/tags" Target="../tags/tag19.xml"/><Relationship Id="rId1" Type="http://schemas.openxmlformats.org/officeDocument/2006/relationships/vmlDrawing" Target="../drawings/vmlDrawing5.vml"/><Relationship Id="rId6" Type="http://schemas.openxmlformats.org/officeDocument/2006/relationships/tags" Target="../tags/tag23.xml"/><Relationship Id="rId5" Type="http://schemas.openxmlformats.org/officeDocument/2006/relationships/tags" Target="../tags/tag22.xml"/><Relationship Id="rId10" Type="http://schemas.openxmlformats.org/officeDocument/2006/relationships/image" Target="../media/image1.emf"/><Relationship Id="rId4" Type="http://schemas.openxmlformats.org/officeDocument/2006/relationships/tags" Target="../tags/tag21.xml"/><Relationship Id="rId9"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vmlDrawing" Target="../drawings/vmlDrawing6.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8.xml"/><Relationship Id="rId1" Type="http://schemas.openxmlformats.org/officeDocument/2006/relationships/vmlDrawing" Target="../drawings/vmlDrawing8.vml"/><Relationship Id="rId5" Type="http://schemas.openxmlformats.org/officeDocument/2006/relationships/image" Target="../media/image2.emf"/><Relationship Id="rId4" Type="http://schemas.openxmlformats.org/officeDocument/2006/relationships/oleObject" Target="../embeddings/oleObject8.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9.xml"/><Relationship Id="rId1" Type="http://schemas.openxmlformats.org/officeDocument/2006/relationships/vmlDrawing" Target="../drawings/vmlDrawing9.vml"/><Relationship Id="rId5" Type="http://schemas.openxmlformats.org/officeDocument/2006/relationships/image" Target="../media/image2.emf"/><Relationship Id="rId4" Type="http://schemas.openxmlformats.org/officeDocument/2006/relationships/oleObject" Target="../embeddings/oleObject9.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0.xml"/><Relationship Id="rId1" Type="http://schemas.openxmlformats.org/officeDocument/2006/relationships/vmlDrawing" Target="../drawings/vmlDrawing10.vml"/><Relationship Id="rId5" Type="http://schemas.openxmlformats.org/officeDocument/2006/relationships/image" Target="../media/image2.emf"/><Relationship Id="rId4" Type="http://schemas.openxmlformats.org/officeDocument/2006/relationships/oleObject" Target="../embeddings/oleObject10.bin"/></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vmlDrawing" Target="../drawings/vmlDrawing12.vml"/><Relationship Id="rId5" Type="http://schemas.openxmlformats.org/officeDocument/2006/relationships/image" Target="../media/image2.emf"/><Relationship Id="rId4" Type="http://schemas.openxmlformats.org/officeDocument/2006/relationships/oleObject" Target="../embeddings/oleObject12.bin"/></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vmlDrawing" Target="../drawings/vmlDrawing13.vml"/><Relationship Id="rId5" Type="http://schemas.openxmlformats.org/officeDocument/2006/relationships/image" Target="../media/image2.emf"/><Relationship Id="rId4" Type="http://schemas.openxmlformats.org/officeDocument/2006/relationships/oleObject" Target="../embeddings/oleObject13.bin"/></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s://www.capgemini.com/insights-data" TargetMode="External"/><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0.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vmlDrawing" Target="../drawings/vmlDrawing14.vml"/><Relationship Id="rId5" Type="http://schemas.openxmlformats.org/officeDocument/2006/relationships/image" Target="../media/image2.emf"/><Relationship Id="rId4" Type="http://schemas.openxmlformats.org/officeDocument/2006/relationships/oleObject" Target="../embeddings/oleObject14.bin"/></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12" y="23"/>
          <a:ext cx="180997" cy="143985"/>
        </p:xfrm>
        <a:graphic>
          <a:graphicData uri="http://schemas.openxmlformats.org/presentationml/2006/ole">
            <mc:AlternateContent xmlns:mc="http://schemas.openxmlformats.org/markup-compatibility/2006">
              <mc:Choice xmlns:v="urn:schemas-microsoft-com:vml" Requires="v">
                <p:oleObj spid="_x0000_s2065" name="think-cell Slide" r:id="rId6" imgW="12700" imgH="12700" progId="">
                  <p:embed/>
                </p:oleObj>
              </mc:Choice>
              <mc:Fallback>
                <p:oleObj name="think-cell Slide" r:id="rId6" imgW="12700" imgH="12700" progId="">
                  <p:embed/>
                  <p:pic>
                    <p:nvPicPr>
                      <p:cNvPr id="4" name="Object 3"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 y="23"/>
                        <a:ext cx="180997"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4"/>
            </p:custDataLst>
          </p:nvPr>
        </p:nvSpPr>
        <p:spPr>
          <a:xfrm>
            <a:off x="398025" y="1494772"/>
            <a:ext cx="11793979"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12" y="23"/>
          <a:ext cx="180997" cy="143985"/>
        </p:xfrm>
        <a:graphic>
          <a:graphicData uri="http://schemas.openxmlformats.org/presentationml/2006/ole">
            <mc:AlternateContent xmlns:mc="http://schemas.openxmlformats.org/markup-compatibility/2006">
              <mc:Choice xmlns:v="urn:schemas-microsoft-com:vml" Requires="v">
                <p:oleObj spid="_x0000_s3089" name="think-cell Slide" r:id="rId7" imgW="12700" imgH="12700" progId="">
                  <p:embed/>
                </p:oleObj>
              </mc:Choice>
              <mc:Fallback>
                <p:oleObj name="think-cell Slide" r:id="rId7" imgW="12700" imgH="12700" progId="">
                  <p:embed/>
                  <p:pic>
                    <p:nvPicPr>
                      <p:cNvPr id="4" name="Object 3"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 y="23"/>
                        <a:ext cx="180997"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4"/>
            </p:custDataLst>
          </p:nvPr>
        </p:nvSpPr>
        <p:spPr>
          <a:xfrm>
            <a:off x="398025" y="2111956"/>
            <a:ext cx="11793979" cy="4026560"/>
          </a:xfrm>
        </p:spPr>
        <p:txBody>
          <a:bodyPr/>
          <a:lstStyle>
            <a:lvl1pPr>
              <a:defRPr b="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8" name="Espace réservé du texte 7"/>
          <p:cNvSpPr>
            <a:spLocks noGrp="1"/>
          </p:cNvSpPr>
          <p:nvPr>
            <p:ph type="body" sz="quarter" idx="11" hasCustomPrompt="1"/>
            <p:custDataLst>
              <p:tags r:id="rId5"/>
            </p:custDataLst>
          </p:nvPr>
        </p:nvSpPr>
        <p:spPr>
          <a:xfrm>
            <a:off x="398147" y="1495448"/>
            <a:ext cx="11813715" cy="643612"/>
          </a:xfrm>
        </p:spPr>
        <p:txBody>
          <a:bodyPr/>
          <a:lstStyle>
            <a:lvl1pPr marL="0" indent="0">
              <a:buNone/>
              <a:defRPr b="1">
                <a:solidFill>
                  <a:schemeClr val="accent2"/>
                </a:solidFill>
              </a:defRPr>
            </a:lvl1pPr>
          </a:lstStyle>
          <a:p>
            <a:pPr lvl="0"/>
            <a:r>
              <a:rPr lang="fr-FR" dirty="0"/>
              <a:t>Click to </a:t>
            </a:r>
            <a:r>
              <a:rPr lang="fr-FR" dirty="0" err="1"/>
              <a:t>edit</a:t>
            </a:r>
            <a:r>
              <a:rPr lang="fr-FR" dirty="0"/>
              <a:t> Master </a:t>
            </a:r>
            <a:r>
              <a:rPr lang="fr-FR" dirty="0" err="1"/>
              <a:t>text</a:t>
            </a:r>
            <a:r>
              <a:rPr lang="fr-FR" dirty="0"/>
              <a:t>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2" y="1"/>
          <a:ext cx="195385" cy="158750"/>
        </p:xfrm>
        <a:graphic>
          <a:graphicData uri="http://schemas.openxmlformats.org/presentationml/2006/ole">
            <mc:AlternateContent xmlns:mc="http://schemas.openxmlformats.org/markup-compatibility/2006">
              <mc:Choice xmlns:v="urn:schemas-microsoft-com:vml" Requires="v">
                <p:oleObj spid="_x0000_s4113" name="think-cell Slide" r:id="rId7" imgW="12700" imgH="12700" progId="">
                  <p:embed/>
                </p:oleObj>
              </mc:Choice>
              <mc:Fallback>
                <p:oleObj name="think-cell Slide" r:id="rId7" imgW="12700" imgH="12700" progId="">
                  <p:embed/>
                  <p:pic>
                    <p:nvPicPr>
                      <p:cNvPr id="5" name="Object 4"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 y="1"/>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p:custDataLst>
              <p:tags r:id="rId3"/>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4"/>
            </p:custDataLst>
          </p:nvPr>
        </p:nvSpPr>
        <p:spPr>
          <a:xfrm>
            <a:off x="387342" y="1533439"/>
            <a:ext cx="5541093" cy="4715504"/>
          </a:xfrm>
        </p:spPr>
        <p:txBody>
          <a:bodyPr/>
          <a:lstStyle>
            <a:lvl1pPr>
              <a:defRPr sz="20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5"/>
            </p:custDataLst>
          </p:nvPr>
        </p:nvSpPr>
        <p:spPr>
          <a:xfrm>
            <a:off x="6181962" y="1533440"/>
            <a:ext cx="5541093" cy="4725584"/>
          </a:xfrm>
        </p:spPr>
        <p:txBody>
          <a:bodyPr/>
          <a:lstStyle>
            <a:lvl1pPr>
              <a:defRPr sz="20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2" y="1"/>
          <a:ext cx="195385" cy="158750"/>
        </p:xfrm>
        <a:graphic>
          <a:graphicData uri="http://schemas.openxmlformats.org/presentationml/2006/ole">
            <mc:AlternateContent xmlns:mc="http://schemas.openxmlformats.org/markup-compatibility/2006">
              <mc:Choice xmlns:v="urn:schemas-microsoft-com:vml" Requires="v">
                <p:oleObj spid="_x0000_s5137" name="think-cell Slide" r:id="rId9" imgW="12700" imgH="12700" progId="">
                  <p:embed/>
                </p:oleObj>
              </mc:Choice>
              <mc:Fallback>
                <p:oleObj name="think-cell Slide" r:id="rId9" imgW="12700" imgH="12700" progId="">
                  <p:embed/>
                  <p:pic>
                    <p:nvPicPr>
                      <p:cNvPr id="8" name="Object 7" hidden="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 y="1"/>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p:custDataLst>
              <p:tags r:id="rId3"/>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4"/>
            </p:custDataLst>
          </p:nvPr>
        </p:nvSpPr>
        <p:spPr>
          <a:xfrm>
            <a:off x="387342" y="2206953"/>
            <a:ext cx="5541093" cy="4041990"/>
          </a:xfrm>
        </p:spPr>
        <p:txBody>
          <a:bodyPr/>
          <a:lstStyle>
            <a:lvl1pPr>
              <a:defRPr sz="1800"/>
            </a:lvl1pPr>
            <a:lvl2pPr>
              <a:defRPr sz="1600"/>
            </a:lvl2pPr>
            <a:lvl3pPr>
              <a:defRPr sz="1400"/>
            </a:lvl3pPr>
            <a:lvl4pPr>
              <a:defRPr sz="12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5"/>
            </p:custDataLst>
          </p:nvPr>
        </p:nvSpPr>
        <p:spPr>
          <a:xfrm>
            <a:off x="6181962" y="2208394"/>
            <a:ext cx="5541093" cy="4050630"/>
          </a:xfrm>
        </p:spPr>
        <p:txBody>
          <a:bodyPr/>
          <a:lstStyle>
            <a:lvl1pPr>
              <a:defRPr sz="1800"/>
            </a:lvl1pPr>
            <a:lvl2pPr>
              <a:defRPr sz="1600"/>
            </a:lvl2pPr>
            <a:lvl3pPr>
              <a:defRPr sz="1400"/>
            </a:lvl3pPr>
            <a:lvl4pPr>
              <a:defRPr sz="12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Espace réservé du texte 6"/>
          <p:cNvSpPr>
            <a:spLocks noGrp="1"/>
          </p:cNvSpPr>
          <p:nvPr>
            <p:ph type="body" sz="quarter" idx="12" hasCustomPrompt="1"/>
            <p:custDataLst>
              <p:tags r:id="rId6"/>
            </p:custDataLst>
          </p:nvPr>
        </p:nvSpPr>
        <p:spPr>
          <a:xfrm>
            <a:off x="387342" y="1542649"/>
            <a:ext cx="5541093" cy="653034"/>
          </a:xfrm>
        </p:spPr>
        <p:txBody>
          <a:bodyPr anchor="ctr"/>
          <a:lstStyle>
            <a:lvl1pPr algn="ctr">
              <a:buNone/>
              <a:defRPr sz="2200" b="1">
                <a:solidFill>
                  <a:schemeClr val="tx2">
                    <a:lumMod val="50000"/>
                  </a:schemeClr>
                </a:solidFill>
              </a:defRPr>
            </a:lvl1pPr>
            <a:lvl5pPr>
              <a:buNone/>
              <a:defRPr/>
            </a:lvl5pPr>
          </a:lstStyle>
          <a:p>
            <a:pPr lvl="0"/>
            <a:r>
              <a:rPr lang="en-US" noProof="0" dirty="0"/>
              <a:t>Click to edit Master text style</a:t>
            </a:r>
          </a:p>
        </p:txBody>
      </p:sp>
      <p:sp>
        <p:nvSpPr>
          <p:cNvPr id="9" name="Espace réservé du texte 8"/>
          <p:cNvSpPr>
            <a:spLocks noGrp="1"/>
          </p:cNvSpPr>
          <p:nvPr>
            <p:ph type="body" sz="quarter" idx="13" hasCustomPrompt="1"/>
            <p:custDataLst>
              <p:tags r:id="rId7"/>
            </p:custDataLst>
          </p:nvPr>
        </p:nvSpPr>
        <p:spPr>
          <a:xfrm>
            <a:off x="6182340" y="1533440"/>
            <a:ext cx="5541093"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a:t>Click to edit Master text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4-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hasCustomPrompt="1"/>
          </p:nvPr>
        </p:nvSpPr>
        <p:spPr>
          <a:xfrm>
            <a:off x="292351" y="1436915"/>
            <a:ext cx="5718048" cy="518130"/>
          </a:xfrm>
          <a:solidFill>
            <a:schemeClr val="accent1"/>
          </a:solidFill>
          <a:ln w="25400">
            <a:solidFill>
              <a:schemeClr val="tx1"/>
            </a:solidFill>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panose="020B0604020202020204" pitchFamily="34" charset="0"/>
                <a:ea typeface="+mn-ea"/>
                <a:cs typeface="+mn-cs"/>
              </a:defRPr>
            </a:lvl1pPr>
            <a:lvl2pPr marL="457185" indent="0">
              <a:buNone/>
              <a:defRPr sz="2000" b="1"/>
            </a:lvl2pPr>
            <a:lvl3pPr marL="914368" indent="0">
              <a:buNone/>
              <a:defRPr sz="1800" b="1"/>
            </a:lvl3pPr>
            <a:lvl4pPr marL="1371554" indent="0">
              <a:buNone/>
              <a:defRPr sz="1600" b="1"/>
            </a:lvl4pPr>
            <a:lvl5pPr marL="1828737" indent="0">
              <a:buNone/>
              <a:defRPr sz="1600" b="1"/>
            </a:lvl5pPr>
            <a:lvl6pPr marL="2285922" indent="0">
              <a:buNone/>
              <a:defRPr sz="1600" b="1"/>
            </a:lvl6pPr>
            <a:lvl7pPr marL="2743105" indent="0">
              <a:buNone/>
              <a:defRPr sz="1600" b="1"/>
            </a:lvl7pPr>
            <a:lvl8pPr marL="3200291" indent="0">
              <a:buNone/>
              <a:defRPr sz="1600" b="1"/>
            </a:lvl8pPr>
            <a:lvl9pPr marL="3657475" indent="0">
              <a:buNone/>
              <a:defRPr sz="1600" b="1"/>
            </a:lvl9pPr>
          </a:lstStyle>
          <a:p>
            <a:pPr lvl="0"/>
            <a:r>
              <a:rPr lang="en-US" noProof="0" dirty="0"/>
              <a:t>Click to edit Master text style</a:t>
            </a:r>
          </a:p>
        </p:txBody>
      </p:sp>
      <p:sp>
        <p:nvSpPr>
          <p:cNvPr id="4" name="Content Placeholder 3"/>
          <p:cNvSpPr>
            <a:spLocks noGrp="1"/>
          </p:cNvSpPr>
          <p:nvPr>
            <p:ph sz="half" idx="2" hasCustomPrompt="1"/>
          </p:nvPr>
        </p:nvSpPr>
        <p:spPr>
          <a:xfrm>
            <a:off x="292351" y="1902631"/>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5" name="Text Placeholder 4"/>
          <p:cNvSpPr>
            <a:spLocks noGrp="1"/>
          </p:cNvSpPr>
          <p:nvPr>
            <p:ph type="body" sz="quarter" idx="3" hasCustomPrompt="1"/>
          </p:nvPr>
        </p:nvSpPr>
        <p:spPr>
          <a:xfrm>
            <a:off x="6217059" y="1436915"/>
            <a:ext cx="5718048" cy="518130"/>
          </a:xfrm>
          <a:solidFill>
            <a:schemeClr val="accent1"/>
          </a:solidFill>
          <a:ln w="25400">
            <a:solidFill>
              <a:schemeClr val="tx1"/>
            </a:solidFill>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noAutofit/>
          </a:bodyPr>
          <a:lstStyle>
            <a:lvl1pPr marL="0" indent="0">
              <a:buNone/>
              <a:defRPr lang="en-US" sz="1600" b="1" kern="1200" dirty="0" smtClean="0">
                <a:solidFill>
                  <a:schemeClr val="tx1"/>
                </a:solidFill>
                <a:latin typeface="Arial" panose="020B0604020202020204" pitchFamily="34" charset="0"/>
                <a:ea typeface="+mn-ea"/>
                <a:cs typeface="+mn-cs"/>
              </a:defRPr>
            </a:lvl1pPr>
            <a:lvl2pPr marL="457185" indent="0">
              <a:buNone/>
              <a:defRPr sz="2000" b="1"/>
            </a:lvl2pPr>
            <a:lvl3pPr marL="914368" indent="0">
              <a:buNone/>
              <a:defRPr sz="1800" b="1"/>
            </a:lvl3pPr>
            <a:lvl4pPr marL="1371554" indent="0">
              <a:buNone/>
              <a:defRPr sz="1600" b="1"/>
            </a:lvl4pPr>
            <a:lvl5pPr marL="1828737" indent="0">
              <a:buNone/>
              <a:defRPr sz="1600" b="1"/>
            </a:lvl5pPr>
            <a:lvl6pPr marL="2285922" indent="0">
              <a:buNone/>
              <a:defRPr sz="1600" b="1"/>
            </a:lvl6pPr>
            <a:lvl7pPr marL="2743105" indent="0">
              <a:buNone/>
              <a:defRPr sz="1600" b="1"/>
            </a:lvl7pPr>
            <a:lvl8pPr marL="3200291" indent="0">
              <a:buNone/>
              <a:defRPr sz="1600" b="1"/>
            </a:lvl8pPr>
            <a:lvl9pPr marL="3657475" indent="0">
              <a:buNone/>
              <a:defRPr sz="1600" b="1"/>
            </a:lvl9pPr>
          </a:lstStyle>
          <a:p>
            <a:pPr lvl="0"/>
            <a:r>
              <a:rPr lang="en-US" noProof="0" dirty="0"/>
              <a:t>Click to edit Master text style</a:t>
            </a:r>
          </a:p>
        </p:txBody>
      </p:sp>
      <p:sp>
        <p:nvSpPr>
          <p:cNvPr id="6" name="Content Placeholder 5"/>
          <p:cNvSpPr>
            <a:spLocks noGrp="1"/>
          </p:cNvSpPr>
          <p:nvPr>
            <p:ph sz="quarter" idx="4" hasCustomPrompt="1"/>
          </p:nvPr>
        </p:nvSpPr>
        <p:spPr>
          <a:xfrm>
            <a:off x="6217059" y="1902631"/>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Text Placeholder 2"/>
          <p:cNvSpPr>
            <a:spLocks noGrp="1"/>
          </p:cNvSpPr>
          <p:nvPr>
            <p:ph type="body" idx="12" hasCustomPrompt="1"/>
          </p:nvPr>
        </p:nvSpPr>
        <p:spPr>
          <a:xfrm>
            <a:off x="292351" y="3820890"/>
            <a:ext cx="5718048" cy="518130"/>
          </a:xfrm>
          <a:solidFill>
            <a:schemeClr val="accent1"/>
          </a:solidFill>
          <a:ln w="25400">
            <a:solidFill>
              <a:schemeClr val="tx1"/>
            </a:solidFill>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panose="020B0604020202020204" pitchFamily="34" charset="0"/>
                <a:ea typeface="+mn-ea"/>
                <a:cs typeface="+mn-cs"/>
              </a:defRPr>
            </a:lvl1pPr>
            <a:lvl2pPr marL="457185" indent="0">
              <a:buNone/>
              <a:defRPr sz="2000" b="1"/>
            </a:lvl2pPr>
            <a:lvl3pPr marL="914368" indent="0">
              <a:buNone/>
              <a:defRPr sz="1800" b="1"/>
            </a:lvl3pPr>
            <a:lvl4pPr marL="1371554" indent="0">
              <a:buNone/>
              <a:defRPr sz="1600" b="1"/>
            </a:lvl4pPr>
            <a:lvl5pPr marL="1828737" indent="0">
              <a:buNone/>
              <a:defRPr sz="1600" b="1"/>
            </a:lvl5pPr>
            <a:lvl6pPr marL="2285922" indent="0">
              <a:buNone/>
              <a:defRPr sz="1600" b="1"/>
            </a:lvl6pPr>
            <a:lvl7pPr marL="2743105" indent="0">
              <a:buNone/>
              <a:defRPr sz="1600" b="1"/>
            </a:lvl7pPr>
            <a:lvl8pPr marL="3200291" indent="0">
              <a:buNone/>
              <a:defRPr sz="1600" b="1"/>
            </a:lvl8pPr>
            <a:lvl9pPr marL="3657475" indent="0">
              <a:buNone/>
              <a:defRPr sz="1600" b="1"/>
            </a:lvl9pPr>
          </a:lstStyle>
          <a:p>
            <a:pPr lvl="0"/>
            <a:r>
              <a:rPr lang="en-US" noProof="0" dirty="0"/>
              <a:t>Click to edit Master text style</a:t>
            </a:r>
          </a:p>
        </p:txBody>
      </p:sp>
      <p:sp>
        <p:nvSpPr>
          <p:cNvPr id="8" name="Content Placeholder 3"/>
          <p:cNvSpPr>
            <a:spLocks noGrp="1"/>
          </p:cNvSpPr>
          <p:nvPr>
            <p:ph sz="half" idx="13" hasCustomPrompt="1"/>
          </p:nvPr>
        </p:nvSpPr>
        <p:spPr>
          <a:xfrm>
            <a:off x="292351"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9" name="Text Placeholder 4"/>
          <p:cNvSpPr>
            <a:spLocks noGrp="1"/>
          </p:cNvSpPr>
          <p:nvPr>
            <p:ph type="body" sz="quarter" idx="14" hasCustomPrompt="1"/>
          </p:nvPr>
        </p:nvSpPr>
        <p:spPr>
          <a:xfrm>
            <a:off x="6217059" y="3820890"/>
            <a:ext cx="5718048" cy="518130"/>
          </a:xfrm>
          <a:solidFill>
            <a:schemeClr val="accent1"/>
          </a:solidFill>
          <a:ln w="25400">
            <a:solidFill>
              <a:schemeClr val="tx1"/>
            </a:solidFill>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noAutofit/>
          </a:bodyPr>
          <a:lstStyle>
            <a:lvl1pPr marL="0" indent="0">
              <a:buNone/>
              <a:defRPr lang="en-US" sz="1600" b="1" kern="1200" dirty="0" smtClean="0">
                <a:solidFill>
                  <a:schemeClr val="tx1"/>
                </a:solidFill>
                <a:latin typeface="Arial" panose="020B0604020202020204" pitchFamily="34" charset="0"/>
                <a:ea typeface="+mn-ea"/>
                <a:cs typeface="+mn-cs"/>
              </a:defRPr>
            </a:lvl1pPr>
            <a:lvl2pPr marL="457185" indent="0">
              <a:buNone/>
              <a:defRPr sz="2000" b="1"/>
            </a:lvl2pPr>
            <a:lvl3pPr marL="914368" indent="0">
              <a:buNone/>
              <a:defRPr sz="1800" b="1"/>
            </a:lvl3pPr>
            <a:lvl4pPr marL="1371554" indent="0">
              <a:buNone/>
              <a:defRPr sz="1600" b="1"/>
            </a:lvl4pPr>
            <a:lvl5pPr marL="1828737" indent="0">
              <a:buNone/>
              <a:defRPr sz="1600" b="1"/>
            </a:lvl5pPr>
            <a:lvl6pPr marL="2285922" indent="0">
              <a:buNone/>
              <a:defRPr sz="1600" b="1"/>
            </a:lvl6pPr>
            <a:lvl7pPr marL="2743105" indent="0">
              <a:buNone/>
              <a:defRPr sz="1600" b="1"/>
            </a:lvl7pPr>
            <a:lvl8pPr marL="3200291" indent="0">
              <a:buNone/>
              <a:defRPr sz="1600" b="1"/>
            </a:lvl8pPr>
            <a:lvl9pPr marL="3657475" indent="0">
              <a:buNone/>
              <a:defRPr sz="1600" b="1"/>
            </a:lvl9pPr>
          </a:lstStyle>
          <a:p>
            <a:pPr lvl="0"/>
            <a:r>
              <a:rPr lang="en-US" noProof="0" dirty="0"/>
              <a:t>Click to edit Master text style</a:t>
            </a:r>
          </a:p>
        </p:txBody>
      </p:sp>
      <p:sp>
        <p:nvSpPr>
          <p:cNvPr id="10" name="Content Placeholder 5"/>
          <p:cNvSpPr>
            <a:spLocks noGrp="1"/>
          </p:cNvSpPr>
          <p:nvPr>
            <p:ph sz="quarter" idx="15" hasCustomPrompt="1"/>
          </p:nvPr>
        </p:nvSpPr>
        <p:spPr>
          <a:xfrm>
            <a:off x="6217059"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2" y="1"/>
          <a:ext cx="195385" cy="158750"/>
        </p:xfrm>
        <a:graphic>
          <a:graphicData uri="http://schemas.openxmlformats.org/presentationml/2006/ole">
            <mc:AlternateContent xmlns:mc="http://schemas.openxmlformats.org/markup-compatibility/2006">
              <mc:Choice xmlns:v="urn:schemas-microsoft-com:vml" Requires="v">
                <p:oleObj spid="_x0000_s6161" name="think-cell Slide" r:id="rId5" imgW="12700" imgH="12700" progId="">
                  <p:embed/>
                </p:oleObj>
              </mc:Choice>
              <mc:Fallback>
                <p:oleObj name="think-cell Slide" r:id="rId5" imgW="12700" imgH="12700" progId="">
                  <p:embed/>
                  <p:pic>
                    <p:nvPicPr>
                      <p:cNvPr id="3" name="Objec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 y="1"/>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p:custDataLst>
              <p:tags r:id="rId3"/>
            </p:custDataLst>
          </p:nvPr>
        </p:nvSpPr>
        <p:spPr/>
        <p:txBody>
          <a:bodyPr/>
          <a:lstStyle>
            <a:lvl1pPr>
              <a:defRPr/>
            </a:lvl1pPr>
          </a:lstStyle>
          <a:p>
            <a:pPr lvl="0"/>
            <a:r>
              <a:rPr lang="en-US" noProof="0" dirty="0"/>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12" y="23"/>
          <a:ext cx="180997" cy="143985"/>
        </p:xfrm>
        <a:graphic>
          <a:graphicData uri="http://schemas.openxmlformats.org/presentationml/2006/ole">
            <mc:AlternateContent xmlns:mc="http://schemas.openxmlformats.org/markup-compatibility/2006">
              <mc:Choice xmlns:v="urn:schemas-microsoft-com:vml" Requires="v">
                <p:oleObj spid="_x0000_s7185" name="think-cell Slide" r:id="rId4" imgW="12700" imgH="12700" progId="">
                  <p:embed/>
                </p:oleObj>
              </mc:Choice>
              <mc:Fallback>
                <p:oleObj name="think-cell Slide" r:id="rId4" imgW="12700" imgH="12700" progId="">
                  <p:embed/>
                  <p:pic>
                    <p:nvPicPr>
                      <p:cNvPr id="2" name="Object 1"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 y="23"/>
                        <a:ext cx="180997"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and Table">
    <p:spTree>
      <p:nvGrpSpPr>
        <p:cNvPr id="1" name=""/>
        <p:cNvGrpSpPr/>
        <p:nvPr/>
      </p:nvGrpSpPr>
      <p:grpSpPr>
        <a:xfrm>
          <a:off x="0" y="0"/>
          <a:ext cx="0" cy="0"/>
          <a:chOff x="0" y="0"/>
          <a:chExt cx="0" cy="0"/>
        </a:xfrm>
      </p:grpSpPr>
      <p:sp>
        <p:nvSpPr>
          <p:cNvPr id="3" name="Table Placeholder 2"/>
          <p:cNvSpPr>
            <a:spLocks noGrp="1"/>
          </p:cNvSpPr>
          <p:nvPr>
            <p:ph type="tbl" idx="1" hasCustomPrompt="1"/>
          </p:nvPr>
        </p:nvSpPr>
        <p:spPr bwMode="gray">
          <a:xfrm>
            <a:off x="321580" y="990600"/>
            <a:ext cx="11582400" cy="5029200"/>
          </a:xfrm>
        </p:spPr>
        <p:txBody>
          <a:bodyPr/>
          <a:lstStyle/>
          <a:p>
            <a:pPr lvl="0"/>
            <a:r>
              <a:rPr lang="en-US" noProof="0"/>
              <a:t>Click icon to add table</a:t>
            </a:r>
            <a:endParaRPr lang="en-US" noProof="0" dirty="0"/>
          </a:p>
        </p:txBody>
      </p:sp>
      <p:sp>
        <p:nvSpPr>
          <p:cNvPr id="6" name="Rectangle 134"/>
          <p:cNvSpPr>
            <a:spLocks noGrp="1" noChangeArrowheads="1"/>
          </p:cNvSpPr>
          <p:nvPr>
            <p:ph type="title"/>
          </p:nvPr>
        </p:nvSpPr>
        <p:spPr bwMode="gray">
          <a:xfrm>
            <a:off x="321736" y="212740"/>
            <a:ext cx="11618976" cy="549275"/>
          </a:xfrm>
          <a:prstGeom prst="rect">
            <a:avLst/>
          </a:prstGeom>
          <a:noFill/>
          <a:ln w="9525">
            <a:noFill/>
            <a:miter lim="800000"/>
          </a:ln>
          <a:effectLst/>
        </p:spPr>
        <p:txBody>
          <a:bodyPr/>
          <a:lstStyle/>
          <a:p>
            <a:pPr lvl="0"/>
            <a:r>
              <a:rPr lang="en-US"/>
              <a:t>Click to edit Master title style</a:t>
            </a:r>
            <a:endParaRPr lang="en-US" dirty="0"/>
          </a:p>
        </p:txBody>
      </p:sp>
      <p:sp>
        <p:nvSpPr>
          <p:cNvPr id="4" name="Rectangle 101"/>
          <p:cNvSpPr>
            <a:spLocks noGrp="1" noChangeArrowheads="1"/>
          </p:cNvSpPr>
          <p:nvPr>
            <p:ph type="dt" sz="half" idx="10"/>
          </p:nvPr>
        </p:nvSpPr>
        <p:spPr>
          <a:xfrm>
            <a:off x="4572002" y="6533674"/>
            <a:ext cx="3544277" cy="165100"/>
          </a:xfrm>
          <a:prstGeom prst="rect">
            <a:avLst/>
          </a:prstGeom>
        </p:spPr>
        <p:txBody>
          <a:bodyPr/>
          <a:lstStyle>
            <a:lvl1pPr fontAlgn="base">
              <a:spcBef>
                <a:spcPct val="0"/>
              </a:spcBef>
              <a:spcAft>
                <a:spcPct val="0"/>
              </a:spcAft>
              <a:defRPr sz="900">
                <a:solidFill>
                  <a:schemeClr val="tx1"/>
                </a:solidFill>
                <a:latin typeface="Arial" panose="020B0604020202020204" pitchFamily="34" charset="0"/>
              </a:defRPr>
            </a:lvl1pPr>
          </a:lstStyle>
          <a:p>
            <a:fld id="{425404F2-BE9A-4460-8815-8F645183555F}" type="datetimeFigureOut">
              <a:rPr lang="en-US" smtClean="0"/>
              <a:t>6/28/2022</a:t>
            </a:fld>
            <a:endParaRPr lang="en-US"/>
          </a:p>
        </p:txBody>
      </p:sp>
      <p:sp>
        <p:nvSpPr>
          <p:cNvPr id="5" name="Rectangle 103"/>
          <p:cNvSpPr>
            <a:spLocks noGrp="1" noChangeArrowheads="1"/>
          </p:cNvSpPr>
          <p:nvPr>
            <p:ph type="sldNum" sz="quarter" idx="11"/>
          </p:nvPr>
        </p:nvSpPr>
        <p:spPr>
          <a:xfrm>
            <a:off x="11941914" y="6732610"/>
            <a:ext cx="242277" cy="103187"/>
          </a:xfrm>
          <a:prstGeom prst="rect">
            <a:avLst/>
          </a:prstGeom>
        </p:spPr>
        <p:txBody>
          <a:bodyPr/>
          <a:lstStyle>
            <a:lvl1pPr fontAlgn="base">
              <a:spcBef>
                <a:spcPct val="0"/>
              </a:spcBef>
              <a:spcAft>
                <a:spcPct val="0"/>
              </a:spcAft>
              <a:defRPr/>
            </a:lvl1pPr>
          </a:lstStyle>
          <a:p>
            <a:fld id="{96E69268-9C8B-4EBF-A9EE-DC5DC2D48DC3}" type="slidenum">
              <a:rPr lang="en-US" smtClean="0"/>
              <a:t>‹#›</a:t>
            </a:fld>
            <a:endParaRPr lang="en-US"/>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4"/>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re 2"/>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58" y="0"/>
            <a:ext cx="11125236"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4"/>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dirty="0"/>
              <a:t>Click to edit Master subtitle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227355"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p:cNvSpPr>
            <a:spLocks noGrp="1"/>
          </p:cNvSpPr>
          <p:nvPr>
            <p:ph type="body" sz="quarter" idx="12" hasCustomPrompt="1"/>
          </p:nvPr>
        </p:nvSpPr>
        <p:spPr>
          <a:xfrm>
            <a:off x="227355" y="1420992"/>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p:cNvSpPr>
            <a:spLocks noGrp="1"/>
          </p:cNvSpPr>
          <p:nvPr>
            <p:ph type="body" sz="quarter" idx="13" hasCustomPrompt="1"/>
          </p:nvPr>
        </p:nvSpPr>
        <p:spPr>
          <a:xfrm>
            <a:off x="6474020" y="1420992"/>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2" name="Titre 1"/>
          <p:cNvSpPr>
            <a:spLocks noGrp="1"/>
          </p:cNvSpPr>
          <p:nvPr>
            <p:ph type="title"/>
          </p:nvPr>
        </p:nvSpPr>
        <p:spPr>
          <a:xfrm>
            <a:off x="227358" y="0"/>
            <a:ext cx="11125236" cy="1104900"/>
          </a:xfrm>
        </p:spPr>
        <p:txBody>
          <a:bodyPr/>
          <a:lstStyle/>
          <a:p>
            <a:r>
              <a:rPr lang="en-US"/>
              <a:t>Click to edit Master title style</a:t>
            </a:r>
            <a:endParaRPr lang="en-US" dirty="0"/>
          </a:p>
        </p:txBody>
      </p:sp>
      <p:sp>
        <p:nvSpPr>
          <p:cNvPr id="16" name="Text Placeholder 7"/>
          <p:cNvSpPr>
            <a:spLocks noGrp="1"/>
          </p:cNvSpPr>
          <p:nvPr>
            <p:ph type="body" sz="quarter" idx="14"/>
          </p:nvPr>
        </p:nvSpPr>
        <p:spPr>
          <a:xfrm>
            <a:off x="6474020"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Text Placeholder 7"/>
          <p:cNvSpPr>
            <a:spLocks noGrp="1"/>
          </p:cNvSpPr>
          <p:nvPr>
            <p:ph type="body" sz="quarter" idx="10"/>
          </p:nvPr>
        </p:nvSpPr>
        <p:spPr>
          <a:xfrm>
            <a:off x="227353" y="2205319"/>
            <a:ext cx="3537828"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p:cNvSpPr>
            <a:spLocks noGrp="1"/>
          </p:cNvSpPr>
          <p:nvPr>
            <p:ph type="body" sz="quarter" idx="12" hasCustomPrompt="1"/>
          </p:nvPr>
        </p:nvSpPr>
        <p:spPr>
          <a:xfrm>
            <a:off x="227353" y="1420992"/>
            <a:ext cx="3537828"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368"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p:cNvSpPr>
            <a:spLocks noGrp="1"/>
          </p:cNvSpPr>
          <p:nvPr>
            <p:ph type="body" sz="quarter" idx="14"/>
          </p:nvPr>
        </p:nvSpPr>
        <p:spPr>
          <a:xfrm>
            <a:off x="4313361" y="2205319"/>
            <a:ext cx="3537828"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p:cNvSpPr>
            <a:spLocks noGrp="1"/>
          </p:cNvSpPr>
          <p:nvPr>
            <p:ph type="body" sz="quarter" idx="15" hasCustomPrompt="1"/>
          </p:nvPr>
        </p:nvSpPr>
        <p:spPr>
          <a:xfrm>
            <a:off x="4313361" y="1420992"/>
            <a:ext cx="3537828"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368"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p:cNvSpPr>
            <a:spLocks noGrp="1"/>
          </p:cNvSpPr>
          <p:nvPr>
            <p:ph type="body" sz="quarter" idx="16"/>
          </p:nvPr>
        </p:nvSpPr>
        <p:spPr>
          <a:xfrm>
            <a:off x="8384126" y="2205319"/>
            <a:ext cx="3537828"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p:cNvSpPr>
            <a:spLocks noGrp="1"/>
          </p:cNvSpPr>
          <p:nvPr>
            <p:ph type="body" sz="quarter" idx="17" hasCustomPrompt="1"/>
          </p:nvPr>
        </p:nvSpPr>
        <p:spPr>
          <a:xfrm>
            <a:off x="8384126" y="1420992"/>
            <a:ext cx="3537828"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368" rtl="0" eaLnBrk="1" latinLnBrk="0" hangingPunct="1">
              <a:lnSpc>
                <a:spcPct val="100000"/>
              </a:lnSpc>
              <a:spcBef>
                <a:spcPts val="1000"/>
              </a:spcBef>
              <a:buFont typeface="Arial" panose="020B0604020202020204" pitchFamily="34" charset="0"/>
              <a:buNone/>
            </a:pPr>
            <a:r>
              <a:rPr lang="en-US" dirty="0"/>
              <a:t>Click to insert title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93" y="1600"/>
          <a:ext cx="1588" cy="1587"/>
        </p:xfrm>
        <a:graphic>
          <a:graphicData uri="http://schemas.openxmlformats.org/presentationml/2006/ole">
            <mc:AlternateContent xmlns:mc="http://schemas.openxmlformats.org/markup-compatibility/2006">
              <mc:Choice xmlns:v="urn:schemas-microsoft-com:vml" Requires="v">
                <p:oleObj spid="_x0000_s8209" name="think-cell Slide" r:id="rId4" imgW="12700" imgH="12700" progId="TCLayout.ActiveDocument.1">
                  <p:embed/>
                </p:oleObj>
              </mc:Choice>
              <mc:Fallback>
                <p:oleObj name="think-cell Slide" r:id="rId4" imgW="12700" imgH="12700" progId="TCLayout.ActiveDocument.1">
                  <p:embed/>
                  <p:pic>
                    <p:nvPicPr>
                      <p:cNvPr id="15" name="Object 1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3" y="1600"/>
                        <a:ext cx="1588"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p:nvSpPr>
        <p:spPr>
          <a:xfrm>
            <a:off x="7" y="4"/>
            <a:ext cx="919999"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510" name="Freeform 6"/>
          <p:cNvSpPr/>
          <p:nvPr/>
        </p:nvSpPr>
        <p:spPr bwMode="auto">
          <a:xfrm>
            <a:off x="7" y="0"/>
            <a:ext cx="919999"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ln>
        </p:spPr>
        <p:txBody>
          <a:bodyPr vert="horz" wrap="square" lIns="91440" tIns="45720" rIns="91440" bIns="45720" numCol="1" anchor="t" anchorCtr="0" compatLnSpc="1"/>
          <a:lstStyle/>
          <a:p>
            <a:endParaRPr lang="en-GB" sz="1800"/>
          </a:p>
        </p:txBody>
      </p:sp>
      <p:sp>
        <p:nvSpPr>
          <p:cNvPr id="2" name="Title 1"/>
          <p:cNvSpPr>
            <a:spLocks noGrp="1"/>
          </p:cNvSpPr>
          <p:nvPr>
            <p:ph type="title"/>
          </p:nvPr>
        </p:nvSpPr>
        <p:spPr>
          <a:xfrm>
            <a:off x="974874" y="0"/>
            <a:ext cx="10377711"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974878" y="1148607"/>
            <a:ext cx="10940903" cy="504056"/>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368"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a:t>
            </a:r>
            <a:endParaRPr lang="en-GB"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93" y="1600"/>
          <a:ext cx="1588" cy="1587"/>
        </p:xfrm>
        <a:graphic>
          <a:graphicData uri="http://schemas.openxmlformats.org/presentationml/2006/ole">
            <mc:AlternateContent xmlns:mc="http://schemas.openxmlformats.org/markup-compatibility/2006">
              <mc:Choice xmlns:v="urn:schemas-microsoft-com:vml" Requires="v">
                <p:oleObj spid="_x0000_s9233" name="think-cell Slide" r:id="rId4" imgW="12700" imgH="12700" progId="TCLayout.ActiveDocument.1">
                  <p:embed/>
                </p:oleObj>
              </mc:Choice>
              <mc:Fallback>
                <p:oleObj name="think-cell Slide" r:id="rId4" imgW="12700" imgH="1270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3" y="1600"/>
                        <a:ext cx="1588"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93" y="1600"/>
          <a:ext cx="1588" cy="1587"/>
        </p:xfrm>
        <a:graphic>
          <a:graphicData uri="http://schemas.openxmlformats.org/presentationml/2006/ole">
            <mc:AlternateContent xmlns:mc="http://schemas.openxmlformats.org/markup-compatibility/2006">
              <mc:Choice xmlns:v="urn:schemas-microsoft-com:vml" Requires="v">
                <p:oleObj spid="_x0000_s10257" name="think-cell Slide" r:id="rId4" imgW="12700" imgH="12700" progId="TCLayout.ActiveDocument.1">
                  <p:embed/>
                </p:oleObj>
              </mc:Choice>
              <mc:Fallback>
                <p:oleObj name="think-cell Slide" r:id="rId4" imgW="12700" imgH="1270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3" y="1600"/>
                        <a:ext cx="1588"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Single Profile">
    <p:spTree>
      <p:nvGrpSpPr>
        <p:cNvPr id="1" name=""/>
        <p:cNvGrpSpPr/>
        <p:nvPr/>
      </p:nvGrpSpPr>
      <p:grpSpPr>
        <a:xfrm>
          <a:off x="0" y="0"/>
          <a:ext cx="0" cy="0"/>
          <a:chOff x="0" y="0"/>
          <a:chExt cx="0" cy="0"/>
        </a:xfrm>
      </p:grpSpPr>
      <p:sp>
        <p:nvSpPr>
          <p:cNvPr id="12" name="Freeform: Shape 11"/>
          <p:cNvSpPr/>
          <p:nvPr/>
        </p:nvSpPr>
        <p:spPr>
          <a:xfrm flipV="1">
            <a:off x="5"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dirty="0"/>
          </a:p>
        </p:txBody>
      </p:sp>
      <p:sp>
        <p:nvSpPr>
          <p:cNvPr id="26" name="Text Placeholder 4"/>
          <p:cNvSpPr>
            <a:spLocks noGrp="1"/>
          </p:cNvSpPr>
          <p:nvPr>
            <p:ph type="body" sz="quarter" idx="14" hasCustomPrompt="1"/>
          </p:nvPr>
        </p:nvSpPr>
        <p:spPr>
          <a:xfrm>
            <a:off x="783131" y="5278427"/>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p:cNvSpPr>
            <a:spLocks noGrp="1"/>
          </p:cNvSpPr>
          <p:nvPr>
            <p:ph type="body" sz="quarter" idx="13" hasCustomPrompt="1"/>
          </p:nvPr>
        </p:nvSpPr>
        <p:spPr>
          <a:xfrm>
            <a:off x="783131" y="3916354"/>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p:cNvSpPr>
            <a:spLocks noGrp="1"/>
          </p:cNvSpPr>
          <p:nvPr>
            <p:ph type="body" sz="quarter" idx="10" hasCustomPrompt="1"/>
          </p:nvPr>
        </p:nvSpPr>
        <p:spPr>
          <a:xfrm>
            <a:off x="782085" y="4344098"/>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p:cNvSpPr>
            <a:spLocks noGrp="1"/>
          </p:cNvSpPr>
          <p:nvPr>
            <p:ph type="body" sz="quarter" idx="15" hasCustomPrompt="1"/>
          </p:nvPr>
        </p:nvSpPr>
        <p:spPr>
          <a:xfrm>
            <a:off x="782087"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13" name="Oval 20"/>
          <p:cNvSpPr/>
          <p:nvPr/>
        </p:nvSpPr>
        <p:spPr>
          <a:xfrm>
            <a:off x="1381198" y="1147034"/>
            <a:ext cx="2609221"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1" fmla="*/ 0 w 3314252"/>
              <a:gd name="connsiteY0-2" fmla="*/ 1564410 h 3128820"/>
              <a:gd name="connsiteX1-3" fmla="*/ 1657126 w 3314252"/>
              <a:gd name="connsiteY1-4" fmla="*/ 0 h 3128820"/>
              <a:gd name="connsiteX2-5" fmla="*/ 3314252 w 3314252"/>
              <a:gd name="connsiteY2-6" fmla="*/ 1564410 h 3128820"/>
              <a:gd name="connsiteX3-7" fmla="*/ 1657126 w 3314252"/>
              <a:gd name="connsiteY3-8" fmla="*/ 3128820 h 3128820"/>
              <a:gd name="connsiteX4-9" fmla="*/ 0 w 3314252"/>
              <a:gd name="connsiteY4-10" fmla="*/ 1564410 h 3128820"/>
              <a:gd name="connsiteX0-11" fmla="*/ 0 w 3314252"/>
              <a:gd name="connsiteY0-12" fmla="*/ 1565821 h 3130231"/>
              <a:gd name="connsiteX1-13" fmla="*/ 1657126 w 3314252"/>
              <a:gd name="connsiteY1-14" fmla="*/ 1411 h 3130231"/>
              <a:gd name="connsiteX2-15" fmla="*/ 3314252 w 3314252"/>
              <a:gd name="connsiteY2-16" fmla="*/ 1565821 h 3130231"/>
              <a:gd name="connsiteX3-17" fmla="*/ 1657126 w 3314252"/>
              <a:gd name="connsiteY3-18" fmla="*/ 3130231 h 3130231"/>
              <a:gd name="connsiteX4-19" fmla="*/ 0 w 3314252"/>
              <a:gd name="connsiteY4-20" fmla="*/ 1565821 h 3130231"/>
              <a:gd name="connsiteX0-21" fmla="*/ 0 w 3314252"/>
              <a:gd name="connsiteY0-22" fmla="*/ 1567937 h 3132347"/>
              <a:gd name="connsiteX1-23" fmla="*/ 1657126 w 3314252"/>
              <a:gd name="connsiteY1-24" fmla="*/ 3527 h 3132347"/>
              <a:gd name="connsiteX2-25" fmla="*/ 3314252 w 3314252"/>
              <a:gd name="connsiteY2-26" fmla="*/ 1567937 h 3132347"/>
              <a:gd name="connsiteX3-27" fmla="*/ 1657126 w 3314252"/>
              <a:gd name="connsiteY3-28" fmla="*/ 3132347 h 3132347"/>
              <a:gd name="connsiteX4-29" fmla="*/ 0 w 3314252"/>
              <a:gd name="connsiteY4-30" fmla="*/ 1567937 h 3132347"/>
              <a:gd name="connsiteX0-31" fmla="*/ 0 w 3314252"/>
              <a:gd name="connsiteY0-32" fmla="*/ 1564505 h 3128915"/>
              <a:gd name="connsiteX1-33" fmla="*/ 1657126 w 3314252"/>
              <a:gd name="connsiteY1-34" fmla="*/ 95 h 3128915"/>
              <a:gd name="connsiteX2-35" fmla="*/ 3314252 w 3314252"/>
              <a:gd name="connsiteY2-36" fmla="*/ 1564505 h 3128915"/>
              <a:gd name="connsiteX3-37" fmla="*/ 1657126 w 3314252"/>
              <a:gd name="connsiteY3-38" fmla="*/ 3128915 h 3128915"/>
              <a:gd name="connsiteX4-39" fmla="*/ 0 w 3314252"/>
              <a:gd name="connsiteY4-40" fmla="*/ 1564505 h 3128915"/>
              <a:gd name="connsiteX0-41" fmla="*/ 0 w 3314252"/>
              <a:gd name="connsiteY0-42" fmla="*/ 1565503 h 3129913"/>
              <a:gd name="connsiteX1-43" fmla="*/ 1657126 w 3314252"/>
              <a:gd name="connsiteY1-44" fmla="*/ 1093 h 3129913"/>
              <a:gd name="connsiteX2-45" fmla="*/ 3314252 w 3314252"/>
              <a:gd name="connsiteY2-46" fmla="*/ 1565503 h 3129913"/>
              <a:gd name="connsiteX3-47" fmla="*/ 1657126 w 3314252"/>
              <a:gd name="connsiteY3-48" fmla="*/ 3129913 h 3129913"/>
              <a:gd name="connsiteX4-49" fmla="*/ 0 w 3314252"/>
              <a:gd name="connsiteY4-50" fmla="*/ 1565503 h 3129913"/>
              <a:gd name="connsiteX0-51" fmla="*/ 0 w 3314252"/>
              <a:gd name="connsiteY0-52" fmla="*/ 1564410 h 3128820"/>
              <a:gd name="connsiteX1-53" fmla="*/ 1657126 w 3314252"/>
              <a:gd name="connsiteY1-54" fmla="*/ 0 h 3128820"/>
              <a:gd name="connsiteX2-55" fmla="*/ 3314252 w 3314252"/>
              <a:gd name="connsiteY2-56" fmla="*/ 1564410 h 3128820"/>
              <a:gd name="connsiteX3-57" fmla="*/ 1657126 w 3314252"/>
              <a:gd name="connsiteY3-58" fmla="*/ 3128820 h 3128820"/>
              <a:gd name="connsiteX4-59" fmla="*/ 0 w 3314252"/>
              <a:gd name="connsiteY4-60" fmla="*/ 1564410 h 3128820"/>
              <a:gd name="connsiteX0-61" fmla="*/ 0 w 3314252"/>
              <a:gd name="connsiteY0-62" fmla="*/ 1564433 h 3128843"/>
              <a:gd name="connsiteX1-63" fmla="*/ 1657126 w 3314252"/>
              <a:gd name="connsiteY1-64" fmla="*/ 23 h 3128843"/>
              <a:gd name="connsiteX2-65" fmla="*/ 3314252 w 3314252"/>
              <a:gd name="connsiteY2-66" fmla="*/ 1564433 h 3128843"/>
              <a:gd name="connsiteX3-67" fmla="*/ 1657126 w 3314252"/>
              <a:gd name="connsiteY3-68" fmla="*/ 3128843 h 3128843"/>
              <a:gd name="connsiteX4-69" fmla="*/ 0 w 3314252"/>
              <a:gd name="connsiteY4-70" fmla="*/ 1564433 h 3128843"/>
              <a:gd name="connsiteX0-71" fmla="*/ 0 w 3314252"/>
              <a:gd name="connsiteY0-72" fmla="*/ 1564433 h 3129053"/>
              <a:gd name="connsiteX1-73" fmla="*/ 1657126 w 3314252"/>
              <a:gd name="connsiteY1-74" fmla="*/ 23 h 3129053"/>
              <a:gd name="connsiteX2-75" fmla="*/ 3314252 w 3314252"/>
              <a:gd name="connsiteY2-76" fmla="*/ 1564433 h 3129053"/>
              <a:gd name="connsiteX3-77" fmla="*/ 1657126 w 3314252"/>
              <a:gd name="connsiteY3-78" fmla="*/ 3128843 h 3129053"/>
              <a:gd name="connsiteX4-79" fmla="*/ 0 w 3314252"/>
              <a:gd name="connsiteY4-80" fmla="*/ 1564433 h 3129053"/>
              <a:gd name="connsiteX0-81" fmla="*/ 0 w 3314252"/>
              <a:gd name="connsiteY0-82" fmla="*/ 1564433 h 3131880"/>
              <a:gd name="connsiteX1-83" fmla="*/ 1657126 w 3314252"/>
              <a:gd name="connsiteY1-84" fmla="*/ 23 h 3131880"/>
              <a:gd name="connsiteX2-85" fmla="*/ 3314252 w 3314252"/>
              <a:gd name="connsiteY2-86" fmla="*/ 1564433 h 3131880"/>
              <a:gd name="connsiteX3-87" fmla="*/ 1657126 w 3314252"/>
              <a:gd name="connsiteY3-88" fmla="*/ 3128843 h 3131880"/>
              <a:gd name="connsiteX4-89" fmla="*/ 0 w 3314252"/>
              <a:gd name="connsiteY4-90" fmla="*/ 1564433 h 3131880"/>
              <a:gd name="connsiteX0-91" fmla="*/ 0 w 3314252"/>
              <a:gd name="connsiteY0-92" fmla="*/ 1564433 h 3131423"/>
              <a:gd name="connsiteX1-93" fmla="*/ 1657126 w 3314252"/>
              <a:gd name="connsiteY1-94" fmla="*/ 23 h 3131423"/>
              <a:gd name="connsiteX2-95" fmla="*/ 3314252 w 3314252"/>
              <a:gd name="connsiteY2-96" fmla="*/ 1564433 h 3131423"/>
              <a:gd name="connsiteX3-97" fmla="*/ 1657126 w 3314252"/>
              <a:gd name="connsiteY3-98" fmla="*/ 3128843 h 3131423"/>
              <a:gd name="connsiteX4-99" fmla="*/ 0 w 3314252"/>
              <a:gd name="connsiteY4-100" fmla="*/ 1564433 h 313142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4"/>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re 2"/>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58" y="0"/>
            <a:ext cx="11125236"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4"/>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dirty="0"/>
              <a:t>Click to edit Master subtitle styles</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227355"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p:cNvSpPr>
            <a:spLocks noGrp="1"/>
          </p:cNvSpPr>
          <p:nvPr>
            <p:ph type="body" sz="quarter" idx="12" hasCustomPrompt="1"/>
          </p:nvPr>
        </p:nvSpPr>
        <p:spPr>
          <a:xfrm>
            <a:off x="227355" y="1420992"/>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p:cNvSpPr>
            <a:spLocks noGrp="1"/>
          </p:cNvSpPr>
          <p:nvPr>
            <p:ph type="body" sz="quarter" idx="13" hasCustomPrompt="1"/>
          </p:nvPr>
        </p:nvSpPr>
        <p:spPr>
          <a:xfrm>
            <a:off x="6474020" y="1420992"/>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pic>
        <p:nvPicPr>
          <p:cNvPr id="10" name="Graphic 9"/>
          <p:cNvPicPr>
            <a:picLocks noChangeAspect="1"/>
          </p:cNvPicPr>
          <p:nvPr userDrawn="1"/>
        </p:nvPicPr>
        <p:blipFill rotWithShape="1">
          <a:blip r:embed="rId2" cstate="print">
            <a:extLst>
              <a:ext uri="{96DAC541-7B7A-43D3-8B79-37D633B846F1}">
                <asvg:svgBlip xmlns:asvg="http://schemas.microsoft.com/office/drawing/2016/SVG/main" r:embed="rId3"/>
              </a:ext>
            </a:extLst>
          </a:blip>
          <a:srcRect l="81836" t="-4713" b="16530"/>
          <a:stretch>
            <a:fillRect/>
          </a:stretch>
        </p:blipFill>
        <p:spPr>
          <a:xfrm>
            <a:off x="11491422" y="164830"/>
            <a:ext cx="424356" cy="459624"/>
          </a:xfrm>
          <a:prstGeom prst="rect">
            <a:avLst/>
          </a:prstGeom>
        </p:spPr>
      </p:pic>
      <p:sp>
        <p:nvSpPr>
          <p:cNvPr id="2" name="Titre 1"/>
          <p:cNvSpPr>
            <a:spLocks noGrp="1"/>
          </p:cNvSpPr>
          <p:nvPr>
            <p:ph type="title"/>
          </p:nvPr>
        </p:nvSpPr>
        <p:spPr>
          <a:xfrm>
            <a:off x="227358" y="0"/>
            <a:ext cx="11125236" cy="1104900"/>
          </a:xfrm>
        </p:spPr>
        <p:txBody>
          <a:bodyPr/>
          <a:lstStyle/>
          <a:p>
            <a:r>
              <a:rPr lang="en-US"/>
              <a:t>Click to edit Master title style</a:t>
            </a:r>
            <a:endParaRPr lang="en-US" dirty="0"/>
          </a:p>
        </p:txBody>
      </p:sp>
      <p:sp>
        <p:nvSpPr>
          <p:cNvPr id="16" name="Text Placeholder 7"/>
          <p:cNvSpPr>
            <a:spLocks noGrp="1"/>
          </p:cNvSpPr>
          <p:nvPr>
            <p:ph type="body" sz="quarter" idx="14"/>
          </p:nvPr>
        </p:nvSpPr>
        <p:spPr>
          <a:xfrm>
            <a:off x="6474020"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Text Placeholder 7"/>
          <p:cNvSpPr>
            <a:spLocks noGrp="1"/>
          </p:cNvSpPr>
          <p:nvPr>
            <p:ph type="body" sz="quarter" idx="10"/>
          </p:nvPr>
        </p:nvSpPr>
        <p:spPr>
          <a:xfrm>
            <a:off x="227353" y="2205319"/>
            <a:ext cx="3537828"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p:cNvSpPr>
            <a:spLocks noGrp="1"/>
          </p:cNvSpPr>
          <p:nvPr>
            <p:ph type="body" sz="quarter" idx="12" hasCustomPrompt="1"/>
          </p:nvPr>
        </p:nvSpPr>
        <p:spPr>
          <a:xfrm>
            <a:off x="227353" y="1420992"/>
            <a:ext cx="3537828"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368"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p:cNvSpPr>
            <a:spLocks noGrp="1"/>
          </p:cNvSpPr>
          <p:nvPr>
            <p:ph type="body" sz="quarter" idx="14"/>
          </p:nvPr>
        </p:nvSpPr>
        <p:spPr>
          <a:xfrm>
            <a:off x="4313361" y="2205319"/>
            <a:ext cx="3537828"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p:cNvSpPr>
            <a:spLocks noGrp="1"/>
          </p:cNvSpPr>
          <p:nvPr>
            <p:ph type="body" sz="quarter" idx="15" hasCustomPrompt="1"/>
          </p:nvPr>
        </p:nvSpPr>
        <p:spPr>
          <a:xfrm>
            <a:off x="4313361" y="1420992"/>
            <a:ext cx="3537828"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368"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p:cNvSpPr>
            <a:spLocks noGrp="1"/>
          </p:cNvSpPr>
          <p:nvPr>
            <p:ph type="body" sz="quarter" idx="16"/>
          </p:nvPr>
        </p:nvSpPr>
        <p:spPr>
          <a:xfrm>
            <a:off x="8384126" y="2205319"/>
            <a:ext cx="3537828"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p:cNvSpPr>
            <a:spLocks noGrp="1"/>
          </p:cNvSpPr>
          <p:nvPr>
            <p:ph type="body" sz="quarter" idx="17" hasCustomPrompt="1"/>
          </p:nvPr>
        </p:nvSpPr>
        <p:spPr>
          <a:xfrm>
            <a:off x="8384126" y="1420992"/>
            <a:ext cx="3537828"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368" rtl="0" eaLnBrk="1" latinLnBrk="0" hangingPunct="1">
              <a:lnSpc>
                <a:spcPct val="100000"/>
              </a:lnSpc>
              <a:spcBef>
                <a:spcPts val="1000"/>
              </a:spcBef>
              <a:buFont typeface="Arial" panose="020B0604020202020204" pitchFamily="34" charset="0"/>
              <a:buNone/>
            </a:pPr>
            <a:r>
              <a:rPr lang="en-US" dirty="0"/>
              <a:t>Click to insert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93" y="1600"/>
          <a:ext cx="1588" cy="1587"/>
        </p:xfrm>
        <a:graphic>
          <a:graphicData uri="http://schemas.openxmlformats.org/presentationml/2006/ole">
            <mc:AlternateContent xmlns:mc="http://schemas.openxmlformats.org/markup-compatibility/2006">
              <mc:Choice xmlns:v="urn:schemas-microsoft-com:vml" Requires="v">
                <p:oleObj spid="_x0000_s12305" name="think-cell Slide" r:id="rId4" imgW="12700" imgH="12700" progId="TCLayout.ActiveDocument.1">
                  <p:embed/>
                </p:oleObj>
              </mc:Choice>
              <mc:Fallback>
                <p:oleObj name="think-cell Slide" r:id="rId4" imgW="12700" imgH="12700" progId="TCLayout.ActiveDocument.1">
                  <p:embed/>
                  <p:pic>
                    <p:nvPicPr>
                      <p:cNvPr id="15" name="Object 1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3" y="1600"/>
                        <a:ext cx="1588"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7" y="4"/>
            <a:ext cx="919999"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510" name="Freeform 6"/>
          <p:cNvSpPr/>
          <p:nvPr userDrawn="1"/>
        </p:nvSpPr>
        <p:spPr bwMode="auto">
          <a:xfrm>
            <a:off x="7" y="0"/>
            <a:ext cx="919999"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ln>
        </p:spPr>
        <p:txBody>
          <a:bodyPr vert="horz" wrap="square" lIns="91440" tIns="45720" rIns="91440" bIns="45720" numCol="1" anchor="t" anchorCtr="0" compatLnSpc="1"/>
          <a:lstStyle/>
          <a:p>
            <a:endParaRPr lang="en-GB" sz="1800"/>
          </a:p>
        </p:txBody>
      </p:sp>
      <p:sp>
        <p:nvSpPr>
          <p:cNvPr id="2" name="Title 1"/>
          <p:cNvSpPr>
            <a:spLocks noGrp="1"/>
          </p:cNvSpPr>
          <p:nvPr>
            <p:ph type="title"/>
          </p:nvPr>
        </p:nvSpPr>
        <p:spPr>
          <a:xfrm>
            <a:off x="974874" y="0"/>
            <a:ext cx="10377711"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974878" y="1148607"/>
            <a:ext cx="10940903" cy="504056"/>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368"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a:t>
            </a:r>
            <a:endParaRPr lang="en-GB"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93" y="1600"/>
          <a:ext cx="1588" cy="1587"/>
        </p:xfrm>
        <a:graphic>
          <a:graphicData uri="http://schemas.openxmlformats.org/presentationml/2006/ole">
            <mc:AlternateContent xmlns:mc="http://schemas.openxmlformats.org/markup-compatibility/2006">
              <mc:Choice xmlns:v="urn:schemas-microsoft-com:vml" Requires="v">
                <p:oleObj spid="_x0000_s13329" name="think-cell Slide" r:id="rId4" imgW="12700" imgH="12700" progId="TCLayout.ActiveDocument.1">
                  <p:embed/>
                </p:oleObj>
              </mc:Choice>
              <mc:Fallback>
                <p:oleObj name="think-cell Slide" r:id="rId4" imgW="12700" imgH="1270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3" y="1600"/>
                        <a:ext cx="1588"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p:cNvSpPr/>
          <p:nvPr userDrawn="1"/>
        </p:nvSpPr>
        <p:spPr>
          <a:xfrm flipV="1">
            <a:off x="5"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dirty="0"/>
          </a:p>
        </p:txBody>
      </p:sp>
      <p:sp>
        <p:nvSpPr>
          <p:cNvPr id="26" name="Text Placeholder 4"/>
          <p:cNvSpPr>
            <a:spLocks noGrp="1"/>
          </p:cNvSpPr>
          <p:nvPr>
            <p:ph type="body" sz="quarter" idx="14" hasCustomPrompt="1"/>
          </p:nvPr>
        </p:nvSpPr>
        <p:spPr>
          <a:xfrm>
            <a:off x="783131" y="5278427"/>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p:cNvSpPr>
            <a:spLocks noGrp="1"/>
          </p:cNvSpPr>
          <p:nvPr>
            <p:ph type="body" sz="quarter" idx="13" hasCustomPrompt="1"/>
          </p:nvPr>
        </p:nvSpPr>
        <p:spPr>
          <a:xfrm>
            <a:off x="783131" y="3916354"/>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p:cNvSpPr>
            <a:spLocks noGrp="1"/>
          </p:cNvSpPr>
          <p:nvPr>
            <p:ph type="body" sz="quarter" idx="10" hasCustomPrompt="1"/>
          </p:nvPr>
        </p:nvSpPr>
        <p:spPr>
          <a:xfrm>
            <a:off x="782085" y="4344098"/>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p:cNvSpPr>
            <a:spLocks noGrp="1"/>
          </p:cNvSpPr>
          <p:nvPr>
            <p:ph type="body" sz="quarter" idx="15" hasCustomPrompt="1"/>
          </p:nvPr>
        </p:nvSpPr>
        <p:spPr>
          <a:xfrm>
            <a:off x="782087"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13" name="Oval 20"/>
          <p:cNvSpPr/>
          <p:nvPr userDrawn="1"/>
        </p:nvSpPr>
        <p:spPr>
          <a:xfrm>
            <a:off x="1381198" y="1147034"/>
            <a:ext cx="2609221"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1" fmla="*/ 0 w 3314252"/>
              <a:gd name="connsiteY0-2" fmla="*/ 1564410 h 3128820"/>
              <a:gd name="connsiteX1-3" fmla="*/ 1657126 w 3314252"/>
              <a:gd name="connsiteY1-4" fmla="*/ 0 h 3128820"/>
              <a:gd name="connsiteX2-5" fmla="*/ 3314252 w 3314252"/>
              <a:gd name="connsiteY2-6" fmla="*/ 1564410 h 3128820"/>
              <a:gd name="connsiteX3-7" fmla="*/ 1657126 w 3314252"/>
              <a:gd name="connsiteY3-8" fmla="*/ 3128820 h 3128820"/>
              <a:gd name="connsiteX4-9" fmla="*/ 0 w 3314252"/>
              <a:gd name="connsiteY4-10" fmla="*/ 1564410 h 3128820"/>
              <a:gd name="connsiteX0-11" fmla="*/ 0 w 3314252"/>
              <a:gd name="connsiteY0-12" fmla="*/ 1565821 h 3130231"/>
              <a:gd name="connsiteX1-13" fmla="*/ 1657126 w 3314252"/>
              <a:gd name="connsiteY1-14" fmla="*/ 1411 h 3130231"/>
              <a:gd name="connsiteX2-15" fmla="*/ 3314252 w 3314252"/>
              <a:gd name="connsiteY2-16" fmla="*/ 1565821 h 3130231"/>
              <a:gd name="connsiteX3-17" fmla="*/ 1657126 w 3314252"/>
              <a:gd name="connsiteY3-18" fmla="*/ 3130231 h 3130231"/>
              <a:gd name="connsiteX4-19" fmla="*/ 0 w 3314252"/>
              <a:gd name="connsiteY4-20" fmla="*/ 1565821 h 3130231"/>
              <a:gd name="connsiteX0-21" fmla="*/ 0 w 3314252"/>
              <a:gd name="connsiteY0-22" fmla="*/ 1567937 h 3132347"/>
              <a:gd name="connsiteX1-23" fmla="*/ 1657126 w 3314252"/>
              <a:gd name="connsiteY1-24" fmla="*/ 3527 h 3132347"/>
              <a:gd name="connsiteX2-25" fmla="*/ 3314252 w 3314252"/>
              <a:gd name="connsiteY2-26" fmla="*/ 1567937 h 3132347"/>
              <a:gd name="connsiteX3-27" fmla="*/ 1657126 w 3314252"/>
              <a:gd name="connsiteY3-28" fmla="*/ 3132347 h 3132347"/>
              <a:gd name="connsiteX4-29" fmla="*/ 0 w 3314252"/>
              <a:gd name="connsiteY4-30" fmla="*/ 1567937 h 3132347"/>
              <a:gd name="connsiteX0-31" fmla="*/ 0 w 3314252"/>
              <a:gd name="connsiteY0-32" fmla="*/ 1564505 h 3128915"/>
              <a:gd name="connsiteX1-33" fmla="*/ 1657126 w 3314252"/>
              <a:gd name="connsiteY1-34" fmla="*/ 95 h 3128915"/>
              <a:gd name="connsiteX2-35" fmla="*/ 3314252 w 3314252"/>
              <a:gd name="connsiteY2-36" fmla="*/ 1564505 h 3128915"/>
              <a:gd name="connsiteX3-37" fmla="*/ 1657126 w 3314252"/>
              <a:gd name="connsiteY3-38" fmla="*/ 3128915 h 3128915"/>
              <a:gd name="connsiteX4-39" fmla="*/ 0 w 3314252"/>
              <a:gd name="connsiteY4-40" fmla="*/ 1564505 h 3128915"/>
              <a:gd name="connsiteX0-41" fmla="*/ 0 w 3314252"/>
              <a:gd name="connsiteY0-42" fmla="*/ 1565503 h 3129913"/>
              <a:gd name="connsiteX1-43" fmla="*/ 1657126 w 3314252"/>
              <a:gd name="connsiteY1-44" fmla="*/ 1093 h 3129913"/>
              <a:gd name="connsiteX2-45" fmla="*/ 3314252 w 3314252"/>
              <a:gd name="connsiteY2-46" fmla="*/ 1565503 h 3129913"/>
              <a:gd name="connsiteX3-47" fmla="*/ 1657126 w 3314252"/>
              <a:gd name="connsiteY3-48" fmla="*/ 3129913 h 3129913"/>
              <a:gd name="connsiteX4-49" fmla="*/ 0 w 3314252"/>
              <a:gd name="connsiteY4-50" fmla="*/ 1565503 h 3129913"/>
              <a:gd name="connsiteX0-51" fmla="*/ 0 w 3314252"/>
              <a:gd name="connsiteY0-52" fmla="*/ 1564410 h 3128820"/>
              <a:gd name="connsiteX1-53" fmla="*/ 1657126 w 3314252"/>
              <a:gd name="connsiteY1-54" fmla="*/ 0 h 3128820"/>
              <a:gd name="connsiteX2-55" fmla="*/ 3314252 w 3314252"/>
              <a:gd name="connsiteY2-56" fmla="*/ 1564410 h 3128820"/>
              <a:gd name="connsiteX3-57" fmla="*/ 1657126 w 3314252"/>
              <a:gd name="connsiteY3-58" fmla="*/ 3128820 h 3128820"/>
              <a:gd name="connsiteX4-59" fmla="*/ 0 w 3314252"/>
              <a:gd name="connsiteY4-60" fmla="*/ 1564410 h 3128820"/>
              <a:gd name="connsiteX0-61" fmla="*/ 0 w 3314252"/>
              <a:gd name="connsiteY0-62" fmla="*/ 1564433 h 3128843"/>
              <a:gd name="connsiteX1-63" fmla="*/ 1657126 w 3314252"/>
              <a:gd name="connsiteY1-64" fmla="*/ 23 h 3128843"/>
              <a:gd name="connsiteX2-65" fmla="*/ 3314252 w 3314252"/>
              <a:gd name="connsiteY2-66" fmla="*/ 1564433 h 3128843"/>
              <a:gd name="connsiteX3-67" fmla="*/ 1657126 w 3314252"/>
              <a:gd name="connsiteY3-68" fmla="*/ 3128843 h 3128843"/>
              <a:gd name="connsiteX4-69" fmla="*/ 0 w 3314252"/>
              <a:gd name="connsiteY4-70" fmla="*/ 1564433 h 3128843"/>
              <a:gd name="connsiteX0-71" fmla="*/ 0 w 3314252"/>
              <a:gd name="connsiteY0-72" fmla="*/ 1564433 h 3129053"/>
              <a:gd name="connsiteX1-73" fmla="*/ 1657126 w 3314252"/>
              <a:gd name="connsiteY1-74" fmla="*/ 23 h 3129053"/>
              <a:gd name="connsiteX2-75" fmla="*/ 3314252 w 3314252"/>
              <a:gd name="connsiteY2-76" fmla="*/ 1564433 h 3129053"/>
              <a:gd name="connsiteX3-77" fmla="*/ 1657126 w 3314252"/>
              <a:gd name="connsiteY3-78" fmla="*/ 3128843 h 3129053"/>
              <a:gd name="connsiteX4-79" fmla="*/ 0 w 3314252"/>
              <a:gd name="connsiteY4-80" fmla="*/ 1564433 h 3129053"/>
              <a:gd name="connsiteX0-81" fmla="*/ 0 w 3314252"/>
              <a:gd name="connsiteY0-82" fmla="*/ 1564433 h 3131880"/>
              <a:gd name="connsiteX1-83" fmla="*/ 1657126 w 3314252"/>
              <a:gd name="connsiteY1-84" fmla="*/ 23 h 3131880"/>
              <a:gd name="connsiteX2-85" fmla="*/ 3314252 w 3314252"/>
              <a:gd name="connsiteY2-86" fmla="*/ 1564433 h 3131880"/>
              <a:gd name="connsiteX3-87" fmla="*/ 1657126 w 3314252"/>
              <a:gd name="connsiteY3-88" fmla="*/ 3128843 h 3131880"/>
              <a:gd name="connsiteX4-89" fmla="*/ 0 w 3314252"/>
              <a:gd name="connsiteY4-90" fmla="*/ 1564433 h 3131880"/>
              <a:gd name="connsiteX0-91" fmla="*/ 0 w 3314252"/>
              <a:gd name="connsiteY0-92" fmla="*/ 1564433 h 3131423"/>
              <a:gd name="connsiteX1-93" fmla="*/ 1657126 w 3314252"/>
              <a:gd name="connsiteY1-94" fmla="*/ 23 h 3131423"/>
              <a:gd name="connsiteX2-95" fmla="*/ 3314252 w 3314252"/>
              <a:gd name="connsiteY2-96" fmla="*/ 1564433 h 3131423"/>
              <a:gd name="connsiteX3-97" fmla="*/ 1657126 w 3314252"/>
              <a:gd name="connsiteY3-98" fmla="*/ 3128843 h 3131423"/>
              <a:gd name="connsiteX4-99" fmla="*/ 0 w 3314252"/>
              <a:gd name="connsiteY4-100" fmla="*/ 1564433 h 313142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losing1">
    <p:spTree>
      <p:nvGrpSpPr>
        <p:cNvPr id="1" name=""/>
        <p:cNvGrpSpPr/>
        <p:nvPr/>
      </p:nvGrpSpPr>
      <p:grpSpPr>
        <a:xfrm>
          <a:off x="0" y="0"/>
          <a:ext cx="0" cy="0"/>
          <a:chOff x="0" y="0"/>
          <a:chExt cx="0" cy="0"/>
        </a:xfrm>
      </p:grpSpPr>
      <p:sp>
        <p:nvSpPr>
          <p:cNvPr id="7" name="Rectangle 6"/>
          <p:cNvSpPr/>
          <p:nvPr userDrawn="1"/>
        </p:nvSpPr>
        <p:spPr>
          <a:xfrm>
            <a:off x="5"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Freeform 5"/>
          <p:cNvSpPr/>
          <p:nvPr userDrawn="1"/>
        </p:nvSpPr>
        <p:spPr bwMode="auto">
          <a:xfrm>
            <a:off x="-1243010" y="-2656919"/>
            <a:ext cx="10768012" cy="11443496"/>
          </a:xfrm>
          <a:custGeom>
            <a:avLst/>
            <a:gdLst>
              <a:gd name="T0" fmla="*/ 854 w 3407"/>
              <a:gd name="T1" fmla="*/ 0 h 3621"/>
              <a:gd name="T2" fmla="*/ 0 w 3407"/>
              <a:gd name="T3" fmla="*/ 0 h 3621"/>
              <a:gd name="T4" fmla="*/ 0 w 3407"/>
              <a:gd name="T5" fmla="*/ 3621 h 3621"/>
              <a:gd name="T6" fmla="*/ 3407 w 3407"/>
              <a:gd name="T7" fmla="*/ 3621 h 3621"/>
              <a:gd name="T8" fmla="*/ 3407 w 3407"/>
              <a:gd name="T9" fmla="*/ 3617 h 3621"/>
              <a:gd name="T10" fmla="*/ 179 w 3407"/>
              <a:gd name="T11" fmla="*/ 3617 h 3621"/>
              <a:gd name="T12" fmla="*/ 2096 w 3407"/>
              <a:gd name="T13" fmla="*/ 1606 h 3621"/>
              <a:gd name="T14" fmla="*/ 854 w 3407"/>
              <a:gd name="T15" fmla="*/ 0 h 36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07" h="3621">
                <a:moveTo>
                  <a:pt x="854" y="0"/>
                </a:moveTo>
                <a:cubicBezTo>
                  <a:pt x="0" y="0"/>
                  <a:pt x="0" y="0"/>
                  <a:pt x="0" y="0"/>
                </a:cubicBezTo>
                <a:cubicBezTo>
                  <a:pt x="0" y="3621"/>
                  <a:pt x="0" y="3621"/>
                  <a:pt x="0" y="3621"/>
                </a:cubicBezTo>
                <a:cubicBezTo>
                  <a:pt x="3407" y="3621"/>
                  <a:pt x="3407" y="3621"/>
                  <a:pt x="3407" y="3621"/>
                </a:cubicBezTo>
                <a:cubicBezTo>
                  <a:pt x="3407" y="3617"/>
                  <a:pt x="3407" y="3617"/>
                  <a:pt x="3407" y="3617"/>
                </a:cubicBezTo>
                <a:cubicBezTo>
                  <a:pt x="179" y="3617"/>
                  <a:pt x="179" y="3617"/>
                  <a:pt x="179" y="3617"/>
                </a:cubicBezTo>
                <a:cubicBezTo>
                  <a:pt x="2551" y="2996"/>
                  <a:pt x="2421" y="1729"/>
                  <a:pt x="2096" y="1606"/>
                </a:cubicBezTo>
                <a:cubicBezTo>
                  <a:pt x="2281" y="2130"/>
                  <a:pt x="865" y="1627"/>
                  <a:pt x="854" y="0"/>
                </a:cubicBezTo>
              </a:path>
            </a:pathLst>
          </a:custGeom>
          <a:solidFill>
            <a:srgbClr val="300B4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800" dirty="0"/>
          </a:p>
        </p:txBody>
      </p:sp>
      <p:grpSp>
        <p:nvGrpSpPr>
          <p:cNvPr id="9" name="Group 8"/>
          <p:cNvGrpSpPr/>
          <p:nvPr userDrawn="1"/>
        </p:nvGrpSpPr>
        <p:grpSpPr>
          <a:xfrm>
            <a:off x="4979042" y="2404122"/>
            <a:ext cx="735013" cy="682321"/>
            <a:chOff x="5662614" y="3032124"/>
            <a:chExt cx="863600" cy="801689"/>
          </a:xfrm>
        </p:grpSpPr>
        <p:sp>
          <p:nvSpPr>
            <p:cNvPr id="10" name="Freeform 9"/>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800" dirty="0"/>
            </a:p>
          </p:txBody>
        </p:sp>
        <p:sp>
          <p:nvSpPr>
            <p:cNvPr id="13" name="Freeform 12"/>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800" dirty="0"/>
            </a:p>
          </p:txBody>
        </p:sp>
      </p:gr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798419" y="3979267"/>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81795" y="3979267"/>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65171" y="3979267"/>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48548" y="3979267"/>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15040" y="3979267"/>
            <a:ext cx="333195" cy="333195"/>
          </a:xfrm>
          <a:prstGeom prst="rect">
            <a:avLst/>
          </a:prstGeom>
          <a:noFill/>
        </p:spPr>
      </p:pic>
      <p:sp>
        <p:nvSpPr>
          <p:cNvPr id="23" name="Rectangle 22"/>
          <p:cNvSpPr/>
          <p:nvPr userDrawn="1"/>
        </p:nvSpPr>
        <p:spPr>
          <a:xfrm>
            <a:off x="415042" y="5640916"/>
            <a:ext cx="4198620" cy="569387"/>
          </a:xfrm>
          <a:prstGeom prst="rect">
            <a:avLst/>
          </a:prstGeom>
        </p:spPr>
        <p:txBody>
          <a:bodyPr wrap="square" lIns="0" tIns="0" rIns="0" bIns="0" anchor="b" anchorCtr="0">
            <a:spAutoFit/>
          </a:bodyPr>
          <a:lstStyle/>
          <a:p>
            <a:pPr>
              <a:spcAft>
                <a:spcPts val="600"/>
              </a:spcAft>
            </a:pPr>
            <a:r>
              <a:rPr lang="en-US" sz="800" noProof="0" dirty="0">
                <a:solidFill>
                  <a:schemeClr val="bg1"/>
                </a:solidFill>
                <a:latin typeface="+mn-lt"/>
                <a:cs typeface="Arial" panose="020B0604020202020204"/>
              </a:rPr>
              <a:t>This message contains information that may be privileged or confidential and is the property of the Capgemini Group.</a:t>
            </a:r>
            <a:br>
              <a:rPr lang="en-US" sz="800" noProof="0" dirty="0">
                <a:solidFill>
                  <a:schemeClr val="bg1"/>
                </a:solidFill>
                <a:latin typeface="+mn-lt"/>
                <a:cs typeface="Arial" panose="020B0604020202020204"/>
              </a:rPr>
            </a:br>
            <a:r>
              <a:rPr lang="en-US" sz="800" noProof="0" dirty="0">
                <a:solidFill>
                  <a:schemeClr val="bg1"/>
                </a:solidFill>
                <a:latin typeface="Arial" panose="020B0604020202020204"/>
                <a:cs typeface="Arial" panose="020B0604020202020204"/>
              </a:rPr>
              <a:t>Copyright © 2019 Capgemini. All rights reserved.</a:t>
            </a:r>
          </a:p>
          <a:p>
            <a:pPr marL="0" marR="0" indent="0" defTabSz="957547" rtl="0" eaLnBrk="1" fontAlgn="auto" latinLnBrk="0" hangingPunct="1">
              <a:lnSpc>
                <a:spcPct val="100000"/>
              </a:lnSpc>
              <a:spcBef>
                <a:spcPts val="0"/>
              </a:spcBef>
              <a:spcAft>
                <a:spcPts val="600"/>
              </a:spcAft>
              <a:buClrTx/>
              <a:buSzTx/>
              <a:buFontTx/>
              <a:buNone/>
              <a:defRPr/>
            </a:pPr>
            <a:r>
              <a:rPr lang="en-US" sz="800" noProof="0" dirty="0">
                <a:solidFill>
                  <a:schemeClr val="bg1"/>
                </a:solidFill>
                <a:latin typeface="Arial" panose="020B0604020202020204"/>
                <a:cs typeface="Arial" panose="020B0604020202020204"/>
              </a:rPr>
              <a:t>Rightshore</a:t>
            </a:r>
            <a:r>
              <a:rPr lang="en-US" sz="800" baseline="30000" noProof="0" dirty="0">
                <a:solidFill>
                  <a:schemeClr val="bg1"/>
                </a:solidFill>
                <a:latin typeface="Arial" panose="020B0604020202020204"/>
                <a:cs typeface="Arial" panose="020B0604020202020204"/>
              </a:rPr>
              <a:t>®</a:t>
            </a:r>
            <a:r>
              <a:rPr lang="en-US" sz="800" noProof="0" dirty="0">
                <a:solidFill>
                  <a:schemeClr val="bg1"/>
                </a:solidFill>
                <a:latin typeface="Arial" panose="020B0604020202020204"/>
                <a:cs typeface="Arial" panose="020B0604020202020204"/>
              </a:rPr>
              <a:t> is a trademark belonging to Capgemini.</a:t>
            </a:r>
          </a:p>
        </p:txBody>
      </p:sp>
      <p:sp>
        <p:nvSpPr>
          <p:cNvPr id="24" name="Rectangle 23"/>
          <p:cNvSpPr/>
          <p:nvPr userDrawn="1"/>
        </p:nvSpPr>
        <p:spPr>
          <a:xfrm>
            <a:off x="6536191" y="5933310"/>
            <a:ext cx="5219700" cy="276999"/>
          </a:xfrm>
          <a:prstGeom prst="rect">
            <a:avLst/>
          </a:prstGeom>
        </p:spPr>
        <p:txBody>
          <a:bodyPr wrap="square" lIns="0" tIns="0" rIns="0" bIns="0" anchor="b" anchorCtr="0">
            <a:spAutoFit/>
          </a:bodyPr>
          <a:lstStyle/>
          <a:p>
            <a:pPr>
              <a:spcAft>
                <a:spcPts val="600"/>
              </a:spcAft>
            </a:pPr>
            <a:r>
              <a:rPr lang="en-US" sz="600" dirty="0">
                <a:cs typeface="Arial" panose="020B0604020202020204"/>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pic>
        <p:nvPicPr>
          <p:cNvPr id="29" name="Picture 28"/>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07577" y="4434172"/>
            <a:ext cx="2560320" cy="201012"/>
          </a:xfrm>
          <a:prstGeom prst="rect">
            <a:avLst/>
          </a:prstGeom>
        </p:spPr>
      </p:pic>
      <p:sp>
        <p:nvSpPr>
          <p:cNvPr id="22" name="Rectangle 21"/>
          <p:cNvSpPr/>
          <p:nvPr userDrawn="1"/>
        </p:nvSpPr>
        <p:spPr>
          <a:xfrm>
            <a:off x="6536190" y="2886346"/>
            <a:ext cx="5247829"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pPr>
            <a:r>
              <a:rPr lang="en-US" sz="900" kern="1200" dirty="0">
                <a:solidFill>
                  <a:schemeClr val="tx1"/>
                </a:solidFill>
                <a:effectLst/>
                <a:latin typeface="+mn-lt"/>
                <a:ea typeface="+mn-ea"/>
                <a:cs typeface="+mn-cs"/>
              </a:rPr>
              <a:t>A global leader in consulting, technology services and digital transformation, Capgemini is at the forefront of innovation to address the entire breadth of clients’ opportunities in the evolving world of cloud, digital and platforms. </a:t>
            </a:r>
            <a:r>
              <a:rPr lang="en-GB" sz="900" kern="1200" dirty="0">
                <a:solidFill>
                  <a:schemeClr val="tx1"/>
                </a:solidFill>
                <a:effectLst/>
                <a:latin typeface="+mn-lt"/>
                <a:ea typeface="+mn-ea"/>
                <a:cs typeface="+mn-cs"/>
              </a:rPr>
              <a:t>Building on its strong 50-year heritage and deep industry-specific expertise, Capgemini enables organizations to realize their business ambitions through an array of services </a:t>
            </a:r>
            <a:r>
              <a:rPr lang="en-US" sz="900" kern="1200" dirty="0">
                <a:solidFill>
                  <a:schemeClr val="tx1"/>
                </a:solidFill>
                <a:effectLst/>
                <a:latin typeface="+mn-lt"/>
                <a:ea typeface="+mn-ea"/>
                <a:cs typeface="+mn-cs"/>
              </a:rPr>
              <a:t>from strategy to operations. Capgemini is driven by the conviction that the business value of technology comes from and through people. It is a multicultural company of 200,000 team members in over 40 countries. The Group reported 2018 global revenues of EUR 13.2 billion.</a:t>
            </a:r>
          </a:p>
        </p:txBody>
      </p:sp>
      <p:sp>
        <p:nvSpPr>
          <p:cNvPr id="28" name="Rectangle 27"/>
          <p:cNvSpPr/>
          <p:nvPr userDrawn="1"/>
        </p:nvSpPr>
        <p:spPr>
          <a:xfrm>
            <a:off x="6536189" y="2507088"/>
            <a:ext cx="2219961"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accent1"/>
                </a:solidFill>
              </a:rPr>
              <a:t>About Capgemini</a:t>
            </a:r>
          </a:p>
        </p:txBody>
      </p:sp>
      <p:sp>
        <p:nvSpPr>
          <p:cNvPr id="30" name="Rectangle 29">
            <a:hlinkClick r:id="rId13"/>
          </p:cNvPr>
          <p:cNvSpPr/>
          <p:nvPr userDrawn="1"/>
        </p:nvSpPr>
        <p:spPr>
          <a:xfrm>
            <a:off x="6536189" y="4367906"/>
            <a:ext cx="2057401"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ts val="1400"/>
              </a:lnSpc>
              <a:spcAft>
                <a:spcPts val="600"/>
              </a:spcAft>
            </a:pPr>
            <a:r>
              <a:rPr lang="en-US" sz="900" dirty="0">
                <a:solidFill>
                  <a:schemeClr val="tx1"/>
                </a:solidFill>
              </a:rPr>
              <a:t>Learn more about us at</a:t>
            </a:r>
            <a:br>
              <a:rPr lang="en-US" sz="900" dirty="0">
                <a:solidFill>
                  <a:schemeClr val="tx1"/>
                </a:solidFill>
              </a:rPr>
            </a:br>
            <a:r>
              <a:rPr lang="en-US" sz="1400" dirty="0">
                <a:solidFill>
                  <a:schemeClr val="accent2"/>
                </a:solidFill>
              </a:rPr>
              <a:t>www.capgemini.com </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2"/>
            </p:custDataLst>
          </p:nvPr>
        </p:nvGraphicFramePr>
        <p:xfrm>
          <a:off x="1593" y="1600"/>
          <a:ext cx="1588" cy="1587"/>
        </p:xfrm>
        <a:graphic>
          <a:graphicData uri="http://schemas.openxmlformats.org/presentationml/2006/ole">
            <mc:AlternateContent xmlns:mc="http://schemas.openxmlformats.org/markup-compatibility/2006">
              <mc:Choice xmlns:v="urn:schemas-microsoft-com:vml" Requires="v">
                <p:oleObj spid="_x0000_s14353" name="think-cell Slide" r:id="rId4" imgW="12700" imgH="12700" progId="TCLayout.ActiveDocument.1">
                  <p:embed/>
                </p:oleObj>
              </mc:Choice>
              <mc:Fallback>
                <p:oleObj name="think-cell Slide" r:id="rId4" imgW="12700" imgH="12700" progId="TCLayout.ActiveDocument.1">
                  <p:embed/>
                  <p:pic>
                    <p:nvPicPr>
                      <p:cNvPr id="9" name="Object 8"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3" y="1600"/>
                        <a:ext cx="1588"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p:nvPr userDrawn="1"/>
        </p:nvSpPr>
        <p:spPr bwMode="auto">
          <a:xfrm>
            <a:off x="1009652" y="0"/>
            <a:ext cx="11182351"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ln>
        </p:spPr>
        <p:txBody>
          <a:bodyPr vert="horz" wrap="square" lIns="91440" tIns="45720" rIns="91440" bIns="45720" numCol="1" anchor="t" anchorCtr="0" compatLnSpc="1"/>
          <a:lstStyle/>
          <a:p>
            <a:endParaRPr lang="en-GB" sz="1800" dirty="0"/>
          </a:p>
        </p:txBody>
      </p:sp>
      <p:grpSp>
        <p:nvGrpSpPr>
          <p:cNvPr id="15" name="Group 14"/>
          <p:cNvGrpSpPr>
            <a:grpSpLocks noChangeAspect="1"/>
          </p:cNvGrpSpPr>
          <p:nvPr userDrawn="1"/>
        </p:nvGrpSpPr>
        <p:grpSpPr>
          <a:xfrm>
            <a:off x="416892" y="4537346"/>
            <a:ext cx="5040000" cy="1123654"/>
            <a:chOff x="728663" y="4465638"/>
            <a:chExt cx="5354637" cy="1193801"/>
          </a:xfrm>
        </p:grpSpPr>
        <p:sp>
          <p:nvSpPr>
            <p:cNvPr id="16" name="Freeform 11"/>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ln>
          </p:spPr>
          <p:txBody>
            <a:bodyPr vert="horz" wrap="square" lIns="91440" tIns="45720" rIns="91440" bIns="45720" numCol="1" anchor="t" anchorCtr="0" compatLnSpc="1"/>
            <a:lstStyle/>
            <a:p>
              <a:endParaRPr lang="en-GB" sz="1800" dirty="0"/>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ln>
          </p:spPr>
          <p:txBody>
            <a:bodyPr vert="horz" wrap="square" lIns="91440" tIns="45720" rIns="91440" bIns="45720" numCol="1" anchor="t" anchorCtr="0" compatLnSpc="1"/>
            <a:lstStyle/>
            <a:p>
              <a:endParaRPr lang="en-GB" sz="1800" dirty="0"/>
            </a:p>
          </p:txBody>
        </p:sp>
        <p:sp>
          <p:nvSpPr>
            <p:cNvPr id="18" name="Freeform 13"/>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ln>
          </p:spPr>
          <p:txBody>
            <a:bodyPr vert="horz" wrap="square" lIns="91440" tIns="45720" rIns="91440" bIns="45720" numCol="1" anchor="t" anchorCtr="0" compatLnSpc="1"/>
            <a:lstStyle/>
            <a:p>
              <a:endParaRPr lang="en-GB" sz="1800" dirty="0"/>
            </a:p>
          </p:txBody>
        </p:sp>
        <p:sp>
          <p:nvSpPr>
            <p:cNvPr id="19" name="Freeform 14"/>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ln>
          </p:spPr>
          <p:txBody>
            <a:bodyPr vert="horz" wrap="square" lIns="91440" tIns="45720" rIns="91440" bIns="45720" numCol="1" anchor="t" anchorCtr="0" compatLnSpc="1"/>
            <a:lstStyle/>
            <a:p>
              <a:endParaRPr lang="en-GB" sz="1800" dirty="0"/>
            </a:p>
          </p:txBody>
        </p:sp>
        <p:sp>
          <p:nvSpPr>
            <p:cNvPr id="20" name="Freeform 15"/>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ln>
          </p:spPr>
          <p:txBody>
            <a:bodyPr vert="horz" wrap="square" lIns="91440" tIns="45720" rIns="91440" bIns="45720" numCol="1" anchor="t" anchorCtr="0" compatLnSpc="1"/>
            <a:lstStyle/>
            <a:p>
              <a:endParaRPr lang="en-GB" sz="1800" dirty="0"/>
            </a:p>
          </p:txBody>
        </p:sp>
      </p:grpSp>
      <p:sp>
        <p:nvSpPr>
          <p:cNvPr id="22" name="Subtitle 2"/>
          <p:cNvSpPr>
            <a:spLocks noGrp="1"/>
          </p:cNvSpPr>
          <p:nvPr>
            <p:ph type="subTitle" idx="1" hasCustomPrompt="1"/>
          </p:nvPr>
        </p:nvSpPr>
        <p:spPr>
          <a:xfrm>
            <a:off x="5665981"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368" rtl="0" eaLnBrk="1" fontAlgn="auto" latinLnBrk="0" hangingPunct="1">
              <a:lnSpc>
                <a:spcPts val="1800"/>
              </a:lnSpc>
              <a:spcBef>
                <a:spcPts val="0"/>
              </a:spcBef>
              <a:spcAft>
                <a:spcPts val="0"/>
              </a:spcAft>
              <a:buClrTx/>
              <a:buSzTx/>
              <a:buFont typeface="Arial" panose="020B0604020202020204" pitchFamily="34" charset="0"/>
              <a:buNone/>
              <a:defRPr lang="en-US" sz="1600" dirty="0">
                <a:solidFill>
                  <a:schemeClr val="bg1"/>
                </a:solidFill>
              </a:defRPr>
            </a:lvl1pPr>
          </a:lstStyle>
          <a:p>
            <a:pPr marL="0" lvl="0"/>
            <a:r>
              <a:rPr lang="en-US"/>
              <a:t>Click to insert presenter, location, and date</a:t>
            </a:r>
          </a:p>
        </p:txBody>
      </p:sp>
      <p:sp>
        <p:nvSpPr>
          <p:cNvPr id="2" name="Titre 1"/>
          <p:cNvSpPr>
            <a:spLocks noGrp="1"/>
          </p:cNvSpPr>
          <p:nvPr>
            <p:ph type="title" hasCustomPrompt="1"/>
          </p:nvPr>
        </p:nvSpPr>
        <p:spPr>
          <a:xfrm>
            <a:off x="5655327" y="622300"/>
            <a:ext cx="6260455" cy="1068388"/>
          </a:xfrm>
          <a:prstGeom prst="rect">
            <a:avLst/>
          </a:prstGeom>
        </p:spPr>
        <p:txBody>
          <a:bodyPr lIns="0" anchor="b"/>
          <a:lstStyle>
            <a:lvl1pPr>
              <a:defRPr sz="2600">
                <a:solidFill>
                  <a:schemeClr val="accent2"/>
                </a:solidFill>
              </a:defRPr>
            </a:lvl1pPr>
          </a:lstStyle>
          <a:p>
            <a:r>
              <a:rPr lang="en-US"/>
              <a:t>Click to insert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OnePager Template 2017 NL">
    <p:spTree>
      <p:nvGrpSpPr>
        <p:cNvPr id="1" name=""/>
        <p:cNvGrpSpPr/>
        <p:nvPr/>
      </p:nvGrpSpPr>
      <p:grpSpPr>
        <a:xfrm>
          <a:off x="0" y="0"/>
          <a:ext cx="0" cy="0"/>
          <a:chOff x="0" y="0"/>
          <a:chExt cx="0" cy="0"/>
        </a:xfrm>
      </p:grpSpPr>
      <p:pic>
        <p:nvPicPr>
          <p:cNvPr id="11" name="Picture 3"/>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70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p:cNvSpPr txBox="1">
            <a:spLocks noChangeArrowheads="1"/>
          </p:cNvSpPr>
          <p:nvPr userDrawn="1"/>
        </p:nvSpPr>
        <p:spPr bwMode="auto">
          <a:xfrm>
            <a:off x="626270" y="2469486"/>
            <a:ext cx="1392239" cy="276999"/>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dirty="0">
                <a:solidFill>
                  <a:srgbClr val="0070AD"/>
                </a:solidFill>
              </a:rPr>
              <a:t>Strengths</a:t>
            </a:r>
          </a:p>
        </p:txBody>
      </p:sp>
      <p:sp>
        <p:nvSpPr>
          <p:cNvPr id="13" name="TextBox 12"/>
          <p:cNvSpPr txBox="1">
            <a:spLocks noChangeArrowheads="1"/>
          </p:cNvSpPr>
          <p:nvPr userDrawn="1"/>
        </p:nvSpPr>
        <p:spPr bwMode="auto">
          <a:xfrm>
            <a:off x="5157793" y="2538373"/>
            <a:ext cx="1876425" cy="276999"/>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dirty="0">
                <a:solidFill>
                  <a:srgbClr val="0070AD"/>
                </a:solidFill>
              </a:rPr>
              <a:t>Achievement </a:t>
            </a:r>
          </a:p>
        </p:txBody>
      </p:sp>
      <p:sp>
        <p:nvSpPr>
          <p:cNvPr id="14" name="TextBox 13"/>
          <p:cNvSpPr txBox="1">
            <a:spLocks noChangeArrowheads="1"/>
          </p:cNvSpPr>
          <p:nvPr userDrawn="1"/>
        </p:nvSpPr>
        <p:spPr bwMode="auto">
          <a:xfrm>
            <a:off x="9366251" y="320677"/>
            <a:ext cx="2779715" cy="276999"/>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a:solidFill>
                  <a:srgbClr val="0070AD"/>
                </a:solidFill>
              </a:rPr>
              <a:t>Education and certificates</a:t>
            </a:r>
          </a:p>
        </p:txBody>
      </p:sp>
      <p:grpSp>
        <p:nvGrpSpPr>
          <p:cNvPr id="15" name="Group 2"/>
          <p:cNvGrpSpPr/>
          <p:nvPr userDrawn="1"/>
        </p:nvGrpSpPr>
        <p:grpSpPr bwMode="auto">
          <a:xfrm>
            <a:off x="2349502" y="1057277"/>
            <a:ext cx="1566863" cy="1108075"/>
            <a:chOff x="2384425" y="1239838"/>
            <a:chExt cx="1143000" cy="898525"/>
          </a:xfrm>
        </p:grpSpPr>
        <p:sp>
          <p:nvSpPr>
            <p:cNvPr id="17" name="TextBox 11"/>
            <p:cNvSpPr txBox="1">
              <a:spLocks noChangeArrowheads="1"/>
            </p:cNvSpPr>
            <p:nvPr/>
          </p:nvSpPr>
          <p:spPr bwMode="white">
            <a:xfrm>
              <a:off x="2385583" y="1429069"/>
              <a:ext cx="1141842" cy="212136"/>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Base Location:</a:t>
              </a:r>
            </a:p>
          </p:txBody>
        </p:sp>
        <p:sp>
          <p:nvSpPr>
            <p:cNvPr id="18" name="TextBox 12"/>
            <p:cNvSpPr txBox="1">
              <a:spLocks noChangeArrowheads="1"/>
            </p:cNvSpPr>
            <p:nvPr/>
          </p:nvSpPr>
          <p:spPr bwMode="white">
            <a:xfrm>
              <a:off x="2385583" y="1628598"/>
              <a:ext cx="1141842" cy="212136"/>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Email ID:</a:t>
              </a:r>
            </a:p>
          </p:txBody>
        </p:sp>
        <p:sp>
          <p:nvSpPr>
            <p:cNvPr id="19" name="TextBox 13"/>
            <p:cNvSpPr txBox="1">
              <a:spLocks noChangeArrowheads="1"/>
            </p:cNvSpPr>
            <p:nvPr/>
          </p:nvSpPr>
          <p:spPr bwMode="white">
            <a:xfrm>
              <a:off x="2385583" y="1820404"/>
              <a:ext cx="1141842" cy="212136"/>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Mobile No:</a:t>
              </a:r>
            </a:p>
          </p:txBody>
        </p:sp>
        <p:sp>
          <p:nvSpPr>
            <p:cNvPr id="20" name="Rectangle 19"/>
            <p:cNvSpPr/>
            <p:nvPr/>
          </p:nvSpPr>
          <p:spPr bwMode="white">
            <a:xfrm>
              <a:off x="2384425" y="1239838"/>
              <a:ext cx="1104784" cy="8985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sz="1800"/>
            </a:p>
          </p:txBody>
        </p:sp>
      </p:grpSp>
      <p:sp>
        <p:nvSpPr>
          <p:cNvPr id="22" name="TextBox 13"/>
          <p:cNvSpPr txBox="1">
            <a:spLocks noChangeArrowheads="1"/>
          </p:cNvSpPr>
          <p:nvPr userDrawn="1"/>
        </p:nvSpPr>
        <p:spPr bwMode="white">
          <a:xfrm>
            <a:off x="2357439" y="1990727"/>
            <a:ext cx="1563687" cy="261610"/>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Grade:</a:t>
            </a:r>
          </a:p>
        </p:txBody>
      </p:sp>
      <p:pic>
        <p:nvPicPr>
          <p:cNvPr id="24" name="Picture 8" descr="Strengths"/>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7790" y="2133602"/>
            <a:ext cx="611188"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2" descr="Achievement, trophy icon"/>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4740277" y="2362202"/>
            <a:ext cx="446089"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Placeholder 5"/>
          <p:cNvSpPr>
            <a:spLocks noGrp="1"/>
          </p:cNvSpPr>
          <p:nvPr>
            <p:ph type="body" sz="quarter" idx="36"/>
          </p:nvPr>
        </p:nvSpPr>
        <p:spPr>
          <a:xfrm>
            <a:off x="4836701" y="2995868"/>
            <a:ext cx="4009644" cy="3621503"/>
          </a:xfrm>
        </p:spPr>
        <p:txBody>
          <a:bodyPr>
            <a:noAutofit/>
          </a:bodyPr>
          <a:lstStyle>
            <a:lvl1pPr>
              <a:lnSpc>
                <a:spcPct val="150000"/>
              </a:lnSpc>
              <a:defRPr sz="1000" i="0" u="none" baseline="0"/>
            </a:lvl1pPr>
            <a:lvl2pPr>
              <a:lnSpc>
                <a:spcPct val="114000"/>
              </a:lnSpc>
              <a:defRPr/>
            </a:lvl2pPr>
          </a:lstStyle>
          <a:p>
            <a:pPr lvl="0"/>
            <a:r>
              <a:rPr lang="en-US" dirty="0"/>
              <a:t>Click to edit Master text styles</a:t>
            </a:r>
          </a:p>
          <a:p>
            <a:pPr lvl="1"/>
            <a:r>
              <a:rPr lang="en-US" dirty="0"/>
              <a:t>Second level</a:t>
            </a:r>
          </a:p>
        </p:txBody>
      </p:sp>
      <p:sp>
        <p:nvSpPr>
          <p:cNvPr id="23" name="Text Placeholder 5"/>
          <p:cNvSpPr>
            <a:spLocks noGrp="1"/>
          </p:cNvSpPr>
          <p:nvPr>
            <p:ph type="body" sz="quarter" idx="41"/>
          </p:nvPr>
        </p:nvSpPr>
        <p:spPr bwMode="white">
          <a:xfrm>
            <a:off x="2468284" y="290681"/>
            <a:ext cx="6223653" cy="306703"/>
          </a:xfrm>
        </p:spPr>
        <p:txBody>
          <a:bodyPr>
            <a:noAutofit/>
          </a:bodyPr>
          <a:lstStyle>
            <a:lvl1pPr>
              <a:defRPr sz="2100" b="1" baseline="0">
                <a:solidFill>
                  <a:schemeClr val="bg1"/>
                </a:solidFill>
              </a:defRPr>
            </a:lvl1pPr>
          </a:lstStyle>
          <a:p>
            <a:pPr lvl="0"/>
            <a:r>
              <a:rPr lang="en-US" dirty="0"/>
              <a:t>Click to edit Master text styles</a:t>
            </a:r>
          </a:p>
        </p:txBody>
      </p:sp>
      <p:sp>
        <p:nvSpPr>
          <p:cNvPr id="25" name="Text Placeholder 5"/>
          <p:cNvSpPr>
            <a:spLocks noGrp="1"/>
          </p:cNvSpPr>
          <p:nvPr>
            <p:ph type="body" sz="quarter" idx="42"/>
          </p:nvPr>
        </p:nvSpPr>
        <p:spPr bwMode="white">
          <a:xfrm>
            <a:off x="2468281" y="665945"/>
            <a:ext cx="6056596" cy="321205"/>
          </a:xfrm>
        </p:spPr>
        <p:txBody>
          <a:bodyPr>
            <a:noAutofit/>
          </a:bodyPr>
          <a:lstStyle>
            <a:lvl1pPr marL="0" marR="0" indent="0" algn="l" defTabSz="914388" rtl="0" eaLnBrk="1" fontAlgn="auto" latinLnBrk="0" hangingPunct="1">
              <a:lnSpc>
                <a:spcPts val="2200"/>
              </a:lnSpc>
              <a:spcBef>
                <a:spcPts val="0"/>
              </a:spcBef>
              <a:spcAft>
                <a:spcPts val="600"/>
              </a:spcAft>
              <a:buClrTx/>
              <a:buSzTx/>
              <a:buFont typeface="Arial" panose="020B0604020202020204" pitchFamily="34" charset="0"/>
              <a:buNone/>
              <a:defRPr sz="1400">
                <a:solidFill>
                  <a:schemeClr val="bg1"/>
                </a:solidFill>
              </a:defRPr>
            </a:lvl1pPr>
          </a:lstStyle>
          <a:p>
            <a:pPr lvl="0"/>
            <a:r>
              <a:rPr lang="en-US" dirty="0"/>
              <a:t>Click to edit Master text styles</a:t>
            </a:r>
          </a:p>
        </p:txBody>
      </p:sp>
      <p:sp>
        <p:nvSpPr>
          <p:cNvPr id="26" name="Text Placeholder 5"/>
          <p:cNvSpPr>
            <a:spLocks noGrp="1"/>
          </p:cNvSpPr>
          <p:nvPr>
            <p:ph type="body" sz="quarter" idx="43"/>
          </p:nvPr>
        </p:nvSpPr>
        <p:spPr bwMode="white">
          <a:xfrm>
            <a:off x="3696644" y="1280461"/>
            <a:ext cx="2373312" cy="295449"/>
          </a:xfrm>
        </p:spPr>
        <p:txBody>
          <a:bodyPr>
            <a:noAutofit/>
          </a:bodyPr>
          <a:lstStyle>
            <a:lvl1pPr>
              <a:defRPr sz="1100">
                <a:solidFill>
                  <a:schemeClr val="bg1"/>
                </a:solidFill>
              </a:defRPr>
            </a:lvl1pPr>
          </a:lstStyle>
          <a:p>
            <a:pPr lvl="0"/>
            <a:r>
              <a:rPr lang="en-US" dirty="0"/>
              <a:t>Click to edit Master text styles</a:t>
            </a:r>
          </a:p>
        </p:txBody>
      </p:sp>
      <p:sp>
        <p:nvSpPr>
          <p:cNvPr id="45" name="Picture Placeholder 44"/>
          <p:cNvSpPr>
            <a:spLocks noGrp="1"/>
          </p:cNvSpPr>
          <p:nvPr>
            <p:ph type="pic" sz="quarter" idx="46"/>
          </p:nvPr>
        </p:nvSpPr>
        <p:spPr bwMode="ltGray">
          <a:xfrm>
            <a:off x="383259" y="287492"/>
            <a:ext cx="1734208" cy="1735628"/>
          </a:xfrm>
          <a:prstGeom prst="ellipse">
            <a:avLst/>
          </a:prstGeom>
          <a:solidFill>
            <a:schemeClr val="bg1"/>
          </a:solidFill>
        </p:spPr>
        <p:txBody>
          <a:bodyPr rtlCol="0">
            <a:normAutofit/>
          </a:bodyPr>
          <a:lstStyle>
            <a:lvl1pPr>
              <a:lnSpc>
                <a:spcPct val="114000"/>
              </a:lnSpc>
              <a:defRPr sz="1000" baseline="0"/>
            </a:lvl1pPr>
          </a:lstStyle>
          <a:p>
            <a:pPr lvl="0"/>
            <a:r>
              <a:rPr lang="en-US" noProof="0"/>
              <a:t>Click icon to add picture</a:t>
            </a:r>
            <a:endParaRPr lang="nl-NL" noProof="0" dirty="0"/>
          </a:p>
        </p:txBody>
      </p:sp>
      <p:sp>
        <p:nvSpPr>
          <p:cNvPr id="46" name="Text Placeholder 5"/>
          <p:cNvSpPr>
            <a:spLocks noGrp="1"/>
          </p:cNvSpPr>
          <p:nvPr>
            <p:ph type="body" sz="quarter" idx="47"/>
          </p:nvPr>
        </p:nvSpPr>
        <p:spPr bwMode="white">
          <a:xfrm>
            <a:off x="3696027" y="1501536"/>
            <a:ext cx="2373312" cy="325397"/>
          </a:xfrm>
        </p:spPr>
        <p:txBody>
          <a:bodyPr>
            <a:noAutofit/>
          </a:bodyPr>
          <a:lstStyle>
            <a:lvl1pPr>
              <a:defRPr sz="1100">
                <a:solidFill>
                  <a:schemeClr val="bg1"/>
                </a:solidFill>
              </a:defRPr>
            </a:lvl1pPr>
          </a:lstStyle>
          <a:p>
            <a:pPr lvl="0"/>
            <a:r>
              <a:rPr lang="en-US" dirty="0"/>
              <a:t>Click to edit Master text styles</a:t>
            </a:r>
          </a:p>
        </p:txBody>
      </p:sp>
      <p:sp>
        <p:nvSpPr>
          <p:cNvPr id="47" name="Text Placeholder 5"/>
          <p:cNvSpPr>
            <a:spLocks noGrp="1"/>
          </p:cNvSpPr>
          <p:nvPr>
            <p:ph type="body" sz="quarter" idx="48"/>
          </p:nvPr>
        </p:nvSpPr>
        <p:spPr bwMode="white">
          <a:xfrm>
            <a:off x="3685536" y="1711596"/>
            <a:ext cx="2373312" cy="330250"/>
          </a:xfrm>
        </p:spPr>
        <p:txBody>
          <a:bodyPr>
            <a:noAutofit/>
          </a:bodyPr>
          <a:lstStyle>
            <a:lvl1pPr>
              <a:defRPr sz="1100">
                <a:solidFill>
                  <a:schemeClr val="bg1"/>
                </a:solidFill>
              </a:defRPr>
            </a:lvl1pPr>
          </a:lstStyle>
          <a:p>
            <a:pPr lvl="0"/>
            <a:r>
              <a:rPr lang="en-US" dirty="0"/>
              <a:t>Click to edit Master text styles</a:t>
            </a:r>
          </a:p>
        </p:txBody>
      </p:sp>
      <p:sp>
        <p:nvSpPr>
          <p:cNvPr id="34" name="Text Placeholder 5"/>
          <p:cNvSpPr>
            <a:spLocks noGrp="1"/>
          </p:cNvSpPr>
          <p:nvPr>
            <p:ph type="body" sz="quarter" idx="50"/>
          </p:nvPr>
        </p:nvSpPr>
        <p:spPr>
          <a:xfrm>
            <a:off x="383260" y="2995866"/>
            <a:ext cx="4056395" cy="3621502"/>
          </a:xfrm>
        </p:spPr>
        <p:txBody>
          <a:bodyPr>
            <a:noAutofit/>
          </a:bodyPr>
          <a:lstStyle>
            <a:lvl1pPr>
              <a:lnSpc>
                <a:spcPct val="114000"/>
              </a:lnSpc>
              <a:defRPr sz="1000" u="none" baseline="0"/>
            </a:lvl1pPr>
          </a:lstStyle>
          <a:p>
            <a:pPr lvl="0"/>
            <a:r>
              <a:rPr lang="en-US" dirty="0"/>
              <a:t>Click to edit Master text styles</a:t>
            </a:r>
          </a:p>
        </p:txBody>
      </p:sp>
      <p:sp>
        <p:nvSpPr>
          <p:cNvPr id="21" name="Text Placeholder 5"/>
          <p:cNvSpPr>
            <a:spLocks noGrp="1"/>
          </p:cNvSpPr>
          <p:nvPr>
            <p:ph type="body" sz="quarter" idx="51"/>
          </p:nvPr>
        </p:nvSpPr>
        <p:spPr bwMode="white">
          <a:xfrm>
            <a:off x="3690159" y="1891704"/>
            <a:ext cx="2373312" cy="330250"/>
          </a:xfrm>
        </p:spPr>
        <p:txBody>
          <a:bodyPr>
            <a:noAutofit/>
          </a:bodyPr>
          <a:lstStyle>
            <a:lvl1pPr>
              <a:defRPr sz="1100">
                <a:solidFill>
                  <a:schemeClr val="bg1"/>
                </a:solidFill>
              </a:defRPr>
            </a:lvl1pPr>
          </a:lstStyle>
          <a:p>
            <a:pPr lvl="0"/>
            <a:r>
              <a:rPr lang="en-US" dirty="0"/>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vmlDrawing" Target="../drawings/vmlDrawing1.v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tags" Target="../tags/tag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6.xml"/><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ags" Target="../tags/tag31.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vmlDrawing" Target="../drawings/vmlDrawing11.v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theme" Target="../theme/theme2.xml"/><Relationship Id="rId5" Type="http://schemas.openxmlformats.org/officeDocument/2006/relationships/slideLayout" Target="../slideLayouts/slideLayout21.xml"/><Relationship Id="rId15" Type="http://schemas.openxmlformats.org/officeDocument/2006/relationships/image" Target="../media/image2.emf"/><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oleObject" Target="../embeddings/oleObject1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9"/>
            </p:custDataLst>
          </p:nvPr>
        </p:nvGraphicFramePr>
        <p:xfrm>
          <a:off x="5" y="1"/>
          <a:ext cx="195385" cy="158750"/>
        </p:xfrm>
        <a:graphic>
          <a:graphicData uri="http://schemas.openxmlformats.org/presentationml/2006/ole">
            <mc:AlternateContent xmlns:mc="http://schemas.openxmlformats.org/markup-compatibility/2006">
              <mc:Choice xmlns:v="urn:schemas-microsoft-com:vml" Requires="v">
                <p:oleObj spid="_x0000_s1041" name="think-cell Slide" r:id="rId25" imgW="12700" imgH="12700" progId="">
                  <p:embed/>
                </p:oleObj>
              </mc:Choice>
              <mc:Fallback>
                <p:oleObj name="think-cell Slide" r:id="rId25" imgW="12700" imgH="12700" progId="">
                  <p:embed/>
                  <p:pic>
                    <p:nvPicPr>
                      <p:cNvPr id="8" name="Object 7" hidden="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 y="1"/>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20"/>
            </p:custDataLst>
          </p:nvPr>
        </p:nvSpPr>
        <p:spPr>
          <a:xfrm>
            <a:off x="10" y="15"/>
            <a:ext cx="12191999" cy="1002135"/>
          </a:xfrm>
          <a:prstGeom prst="rect">
            <a:avLst/>
          </a:prstGeom>
        </p:spPr>
        <p:txBody>
          <a:bodyPr vert="horz" lIns="297529" tIns="33059" rIns="165294" bIns="33059" rtlCol="0" anchor="ctr">
            <a:noAutofit/>
          </a:bodyPr>
          <a:lstStyle/>
          <a:p>
            <a:r>
              <a:rPr lang="fr-FR" noProof="0"/>
              <a:t>Cliquez pour modifier le style du titre</a:t>
            </a:r>
            <a:endParaRPr lang="en-US" noProof="0" dirty="0"/>
          </a:p>
        </p:txBody>
      </p:sp>
      <p:sp>
        <p:nvSpPr>
          <p:cNvPr id="3" name="Text Placeholder 2"/>
          <p:cNvSpPr>
            <a:spLocks noGrp="1"/>
          </p:cNvSpPr>
          <p:nvPr>
            <p:ph type="body" idx="1"/>
            <p:custDataLst>
              <p:tags r:id="rId21"/>
            </p:custDataLst>
          </p:nvPr>
        </p:nvSpPr>
        <p:spPr>
          <a:xfrm>
            <a:off x="398035" y="1501977"/>
            <a:ext cx="11616155" cy="4636540"/>
          </a:xfrm>
          <a:prstGeom prst="rect">
            <a:avLst/>
          </a:prstGeom>
        </p:spPr>
        <p:txBody>
          <a:bodyPr vert="horz" lIns="108000" tIns="72000" rIns="72000" bIns="72000" rtlCol="0">
            <a:noAutofit/>
          </a:body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9" name="Freeform 4"/>
          <p:cNvSpPr/>
          <p:nvPr>
            <p:custDataLst>
              <p:tags r:id="rId22"/>
            </p:custDataLst>
          </p:nvPr>
        </p:nvSpPr>
        <p:spPr bwMode="auto">
          <a:xfrm>
            <a:off x="13" y="676403"/>
            <a:ext cx="12191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ln>
          <a:effectLst>
            <a:outerShdw blurRad="50800" dist="25400" dir="5400000" algn="t" rotWithShape="0">
              <a:prstClr val="black">
                <a:alpha val="31000"/>
              </a:prstClr>
            </a:outerShdw>
          </a:effectLst>
        </p:spPr>
        <p:txBody>
          <a:bodyPr vert="horz" wrap="square" lIns="99563" tIns="49783" rIns="99563" bIns="49783" numCol="1" anchor="t" anchorCtr="0" compatLnSpc="1"/>
          <a:lstStyle/>
          <a:p>
            <a:endParaRPr lang="fr-FR" sz="1800"/>
          </a:p>
        </p:txBody>
      </p:sp>
      <p:cxnSp>
        <p:nvCxnSpPr>
          <p:cNvPr id="15" name="Straight Connector 5"/>
          <p:cNvCxnSpPr/>
          <p:nvPr>
            <p:custDataLst>
              <p:tags r:id="rId23"/>
            </p:custDataLst>
          </p:nvPr>
        </p:nvCxnSpPr>
        <p:spPr>
          <a:xfrm flipH="1">
            <a:off x="13" y="6362700"/>
            <a:ext cx="12191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grpSp>
        <p:nvGrpSpPr>
          <p:cNvPr id="14" name="Groupe 1"/>
          <p:cNvGrpSpPr/>
          <p:nvPr/>
        </p:nvGrpSpPr>
        <p:grpSpPr>
          <a:xfrm>
            <a:off x="11501105" y="171573"/>
            <a:ext cx="419436" cy="388988"/>
            <a:chOff x="11501102" y="171573"/>
            <a:chExt cx="419436" cy="388988"/>
          </a:xfrm>
        </p:grpSpPr>
        <p:sp>
          <p:nvSpPr>
            <p:cNvPr id="16" name="Freeform 13"/>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ln>
          </p:spPr>
          <p:txBody>
            <a:bodyPr vert="horz" wrap="square" lIns="91440" tIns="45720" rIns="91440" bIns="45720" numCol="1" anchor="t" anchorCtr="0" compatLnSpc="1"/>
            <a:lstStyle/>
            <a:p>
              <a:endParaRPr lang="en-GB" sz="1800"/>
            </a:p>
          </p:txBody>
        </p:sp>
        <p:sp>
          <p:nvSpPr>
            <p:cNvPr id="17" name="Freeform 14"/>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ln>
          </p:spPr>
          <p:txBody>
            <a:bodyPr vert="horz" wrap="square" lIns="91440" tIns="45720" rIns="91440" bIns="45720" numCol="1" anchor="t" anchorCtr="0" compatLnSpc="1"/>
            <a:lstStyle/>
            <a:p>
              <a:endParaRPr lang="en-GB" sz="1800"/>
            </a:p>
          </p:txBody>
        </p:sp>
      </p:grpSp>
      <p:sp>
        <p:nvSpPr>
          <p:cNvPr id="23" name="Rectangle 22"/>
          <p:cNvSpPr>
            <a:spLocks noChangeArrowheads="1"/>
          </p:cNvSpPr>
          <p:nvPr>
            <p:custDataLst>
              <p:tags r:id="rId24"/>
            </p:custDataLst>
          </p:nvPr>
        </p:nvSpPr>
        <p:spPr bwMode="auto">
          <a:xfrm>
            <a:off x="8297650" y="6623426"/>
            <a:ext cx="3274639" cy="183503"/>
          </a:xfrm>
          <a:prstGeom prst="rect">
            <a:avLst/>
          </a:prstGeom>
          <a:noFill/>
          <a:ln w="19050">
            <a:noFill/>
            <a:miter lim="800000"/>
          </a:ln>
          <a:effectLst/>
        </p:spPr>
        <p:txBody>
          <a:bodyPr wrap="square" lIns="35997" tIns="35997" rIns="35997" bIns="35997" anchor="b" anchorCtr="0">
            <a:noAutofit/>
          </a:bodyPr>
          <a:lstStyle/>
          <a:p>
            <a:pPr marL="0" marR="0" lvl="0" indent="0" algn="r" defTabSz="995646" rtl="0" eaLnBrk="0" fontAlgn="auto" latinLnBrk="0" hangingPunct="0">
              <a:lnSpc>
                <a:spcPct val="90000"/>
              </a:lnSpc>
              <a:spcBef>
                <a:spcPct val="10000"/>
              </a:spcBef>
              <a:spcAft>
                <a:spcPts val="0"/>
              </a:spcAft>
              <a:buClrTx/>
              <a:buSzTx/>
              <a:buFontTx/>
              <a:buNone/>
              <a:defRPr/>
            </a:pPr>
            <a:r>
              <a:rPr lang="en-US" altLang="en-US" sz="700" b="0" i="0" noProof="0" dirty="0">
                <a:solidFill>
                  <a:schemeClr val="tx2"/>
                </a:solidFill>
                <a:latin typeface="+mj-lt"/>
                <a:cs typeface="Helvetica Light"/>
              </a:rPr>
              <a:t>Copyright © Capgemini 2018. All Rights Reserved</a:t>
            </a:r>
          </a:p>
        </p:txBody>
      </p:sp>
      <p:grpSp>
        <p:nvGrpSpPr>
          <p:cNvPr id="13" name="Groupe 1"/>
          <p:cNvGrpSpPr/>
          <p:nvPr userDrawn="1"/>
        </p:nvGrpSpPr>
        <p:grpSpPr>
          <a:xfrm>
            <a:off x="11501105" y="171573"/>
            <a:ext cx="419436" cy="388988"/>
            <a:chOff x="11501102" y="171573"/>
            <a:chExt cx="419436" cy="388988"/>
          </a:xfrm>
        </p:grpSpPr>
        <p:sp>
          <p:nvSpPr>
            <p:cNvPr id="18" name="Freeform 13"/>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ln>
          </p:spPr>
          <p:txBody>
            <a:bodyPr vert="horz" wrap="square" lIns="91440" tIns="45720" rIns="91440" bIns="45720" numCol="1" anchor="t" anchorCtr="0" compatLnSpc="1"/>
            <a:lstStyle/>
            <a:p>
              <a:endParaRPr lang="en-GB" sz="1800"/>
            </a:p>
          </p:txBody>
        </p:sp>
        <p:sp>
          <p:nvSpPr>
            <p:cNvPr id="19" name="Freeform 14"/>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ln>
          </p:spPr>
          <p:txBody>
            <a:bodyPr vert="horz" wrap="square" lIns="91440" tIns="45720" rIns="91440" bIns="45720" numCol="1" anchor="t" anchorCtr="0" compatLnSpc="1"/>
            <a:lstStyle/>
            <a:p>
              <a:endParaRPr lang="en-GB" sz="1800"/>
            </a:p>
          </p:txBody>
        </p:sp>
      </p:grpSp>
      <p:sp>
        <p:nvSpPr>
          <p:cNvPr id="20" name="Retângulo 43"/>
          <p:cNvSpPr/>
          <p:nvPr userDrawn="1"/>
        </p:nvSpPr>
        <p:spPr>
          <a:xfrm>
            <a:off x="11802972" y="6650668"/>
            <a:ext cx="125034"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t>‹#›</a:t>
            </a:fld>
            <a:endParaRPr lang="en-US" sz="800" dirty="0">
              <a:solidFill>
                <a:schemeClr val="bg1">
                  <a:lumMod val="65000"/>
                </a:schemeClr>
              </a:solidFill>
              <a:cs typeface="Arial" panose="020B0604020202020204" pitchFamily="34" charset="0"/>
            </a:endParaRPr>
          </a:p>
        </p:txBody>
      </p:sp>
      <p:sp>
        <p:nvSpPr>
          <p:cNvPr id="24" name="Text Placeholder 7"/>
          <p:cNvSpPr txBox="1"/>
          <p:nvPr userDrawn="1"/>
        </p:nvSpPr>
        <p:spPr>
          <a:xfrm>
            <a:off x="227350" y="6650672"/>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800" dirty="0" err="1">
                <a:solidFill>
                  <a:schemeClr val="bg1">
                    <a:lumMod val="65000"/>
                  </a:schemeClr>
                </a:solidFill>
              </a:rPr>
              <a:t>PresentationTitle</a:t>
            </a:r>
            <a:r>
              <a:rPr lang="en-US" sz="800" dirty="0">
                <a:solidFill>
                  <a:schemeClr val="bg1">
                    <a:lumMod val="65000"/>
                  </a:schemeClr>
                </a:solidFill>
              </a:rPr>
              <a:t> | Author | Date</a:t>
            </a:r>
          </a:p>
        </p:txBody>
      </p:sp>
      <p:grpSp>
        <p:nvGrpSpPr>
          <p:cNvPr id="25" name="Groupe 2"/>
          <p:cNvGrpSpPr/>
          <p:nvPr userDrawn="1"/>
        </p:nvGrpSpPr>
        <p:grpSpPr>
          <a:xfrm>
            <a:off x="12355043" y="33162"/>
            <a:ext cx="360000" cy="1800000"/>
            <a:chOff x="12355040" y="33161"/>
            <a:chExt cx="360000" cy="1800000"/>
          </a:xfrm>
        </p:grpSpPr>
        <p:sp>
          <p:nvSpPr>
            <p:cNvPr id="26" name="Rectangle 25"/>
            <p:cNvSpPr/>
            <p:nvPr userDrawn="1"/>
          </p:nvSpPr>
          <p:spPr>
            <a:xfrm>
              <a:off x="12355040" y="33161"/>
              <a:ext cx="360000" cy="3600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7" name="Rectangle 26"/>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8" name="Rectangle 27"/>
            <p:cNvSpPr/>
            <p:nvPr userDrawn="1"/>
          </p:nvSpPr>
          <p:spPr>
            <a:xfrm>
              <a:off x="12355040" y="753161"/>
              <a:ext cx="360000" cy="3600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9" name="Rectangle 28"/>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0" name="Rectangle 29"/>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grpSp>
        <p:nvGrpSpPr>
          <p:cNvPr id="31" name="Groupe 4"/>
          <p:cNvGrpSpPr/>
          <p:nvPr userDrawn="1"/>
        </p:nvGrpSpPr>
        <p:grpSpPr>
          <a:xfrm>
            <a:off x="12355043" y="1954479"/>
            <a:ext cx="360000" cy="4875772"/>
            <a:chOff x="12355040" y="1954479"/>
            <a:chExt cx="360000" cy="4875772"/>
          </a:xfrm>
        </p:grpSpPr>
        <p:sp>
          <p:nvSpPr>
            <p:cNvPr id="32" name="Rectangle 31"/>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9053" algn="ctr">
                <a:spcAft>
                  <a:spcPts val="300"/>
                </a:spcAft>
              </a:pPr>
              <a:endParaRPr lang="en-GB" sz="900" dirty="0"/>
            </a:p>
          </p:txBody>
        </p:sp>
        <p:sp>
          <p:nvSpPr>
            <p:cNvPr id="33" name="Rectangle 32"/>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9053" algn="ctr">
                <a:spcAft>
                  <a:spcPts val="300"/>
                </a:spcAft>
              </a:pPr>
              <a:endParaRPr lang="en-GB" sz="900" dirty="0"/>
            </a:p>
          </p:txBody>
        </p:sp>
        <p:sp>
          <p:nvSpPr>
            <p:cNvPr id="34" name="Rectangle 33"/>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5" name="Rectangle 34"/>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6" name="Rectangle 35"/>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7" name="Rectangle 36"/>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8" name="Rectangle 37"/>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9" name="Rectangle 38"/>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0" name="Rectangle 39"/>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1" name="Rectangle 40"/>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2" name="Rectangle 41"/>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3" name="Rectangle 42"/>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4" name="Rectangle 43"/>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5" name="Rectangle 44"/>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368"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364" indent="-166364" algn="l" defTabSz="914368" rtl="0" eaLnBrk="1" latinLnBrk="0" hangingPunct="1">
        <a:lnSpc>
          <a:spcPct val="90000"/>
        </a:lnSpc>
        <a:spcBef>
          <a:spcPts val="0"/>
        </a:spcBef>
        <a:spcAft>
          <a:spcPts val="600"/>
        </a:spcAft>
        <a:buClr>
          <a:schemeClr val="accent5"/>
        </a:buClr>
        <a:buFont typeface="Wingdings" panose="05000000000000000000" pitchFamily="2" charset="2"/>
        <a:buChar char="§"/>
        <a:defRPr sz="2200" b="0" kern="1200">
          <a:solidFill>
            <a:schemeClr val="tx2">
              <a:lumMod val="50000"/>
            </a:schemeClr>
          </a:solidFill>
          <a:latin typeface="+mn-lt"/>
          <a:ea typeface="+mn-ea"/>
          <a:cs typeface="+mn-cs"/>
        </a:defRPr>
      </a:lvl1pPr>
      <a:lvl2pPr marL="355587" indent="-180969" algn="l" defTabSz="914368" rtl="0" eaLnBrk="1" latinLnBrk="0" hangingPunct="1">
        <a:lnSpc>
          <a:spcPct val="90000"/>
        </a:lnSpc>
        <a:spcBef>
          <a:spcPts val="0"/>
        </a:spcBef>
        <a:spcAft>
          <a:spcPts val="600"/>
        </a:spcAft>
        <a:buClr>
          <a:schemeClr val="accent3"/>
        </a:buClr>
        <a:buFont typeface="Wingdings" panose="05000000000000000000" pitchFamily="2" charset="2"/>
        <a:buChar char="§"/>
        <a:defRPr sz="1800" kern="1200">
          <a:solidFill>
            <a:schemeClr val="tx2">
              <a:lumMod val="50000"/>
            </a:schemeClr>
          </a:solidFill>
          <a:latin typeface="+mn-lt"/>
          <a:ea typeface="+mn-ea"/>
          <a:cs typeface="+mn-cs"/>
        </a:defRPr>
      </a:lvl2pPr>
      <a:lvl3pPr marL="536557" indent="-165096" algn="l" defTabSz="914368" rtl="0" eaLnBrk="1" latinLnBrk="0" hangingPunct="1">
        <a:lnSpc>
          <a:spcPct val="90000"/>
        </a:lnSpc>
        <a:spcBef>
          <a:spcPts val="0"/>
        </a:spcBef>
        <a:spcAft>
          <a:spcPts val="600"/>
        </a:spcAft>
        <a:buClr>
          <a:schemeClr val="accent2"/>
        </a:buClr>
        <a:buFont typeface="Arial" panose="020B0604020202020204" pitchFamily="34" charset="0"/>
        <a:buChar char="•"/>
        <a:defRPr sz="1600" kern="1200">
          <a:solidFill>
            <a:schemeClr val="tx2">
              <a:lumMod val="50000"/>
            </a:schemeClr>
          </a:solidFill>
          <a:latin typeface="+mn-lt"/>
          <a:ea typeface="+mn-ea"/>
          <a:cs typeface="+mn-cs"/>
        </a:defRPr>
      </a:lvl3pPr>
      <a:lvl4pPr marL="711177" indent="-165096" algn="l" defTabSz="914368" rtl="0" eaLnBrk="1" latinLnBrk="0" hangingPunct="1">
        <a:lnSpc>
          <a:spcPct val="90000"/>
        </a:lnSpc>
        <a:spcBef>
          <a:spcPts val="0"/>
        </a:spcBef>
        <a:spcAft>
          <a:spcPts val="600"/>
        </a:spcAft>
        <a:buClr>
          <a:schemeClr val="bg2"/>
        </a:buClr>
        <a:buFont typeface="Arial" panose="020B0604020202020204" pitchFamily="34" charset="0"/>
        <a:buChar char="–"/>
        <a:defRPr sz="1400" kern="1200">
          <a:solidFill>
            <a:schemeClr val="tx2">
              <a:lumMod val="50000"/>
            </a:schemeClr>
          </a:solidFill>
          <a:latin typeface="+mn-lt"/>
          <a:ea typeface="+mn-ea"/>
          <a:cs typeface="+mn-cs"/>
        </a:defRPr>
      </a:lvl4pPr>
      <a:lvl5pPr marL="1609668" indent="-193668" algn="l" defTabSz="914368" rtl="0" eaLnBrk="1" latinLnBrk="0" hangingPunct="1">
        <a:spcBef>
          <a:spcPts val="0"/>
        </a:spcBef>
        <a:buClr>
          <a:srgbClr val="B1B1B1"/>
        </a:buClr>
        <a:buFont typeface="Arial" panose="020B0604020202020204" pitchFamily="34" charset="0"/>
        <a:buChar char="–"/>
        <a:defRPr sz="1700" kern="1200">
          <a:solidFill>
            <a:srgbClr val="494949"/>
          </a:solidFill>
          <a:latin typeface="+mn-lt"/>
          <a:ea typeface="+mn-ea"/>
          <a:cs typeface="+mn-cs"/>
        </a:defRPr>
      </a:lvl5pPr>
      <a:lvl6pPr marL="2514513" indent="-228593" algn="l" defTabSz="91436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696" indent="-228593" algn="l" defTabSz="91436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881" indent="-228593" algn="l" defTabSz="91436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064" indent="-228593" algn="l" defTabSz="91436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368" rtl="0" eaLnBrk="1" latinLnBrk="0" hangingPunct="1">
        <a:defRPr sz="1800" kern="1200">
          <a:solidFill>
            <a:schemeClr val="tx1"/>
          </a:solidFill>
          <a:latin typeface="+mn-lt"/>
          <a:ea typeface="+mn-ea"/>
          <a:cs typeface="+mn-cs"/>
        </a:defRPr>
      </a:lvl1pPr>
      <a:lvl2pPr marL="457185" algn="l" defTabSz="914368" rtl="0" eaLnBrk="1" latinLnBrk="0" hangingPunct="1">
        <a:defRPr sz="1800" kern="1200">
          <a:solidFill>
            <a:schemeClr val="tx1"/>
          </a:solidFill>
          <a:latin typeface="+mn-lt"/>
          <a:ea typeface="+mn-ea"/>
          <a:cs typeface="+mn-cs"/>
        </a:defRPr>
      </a:lvl2pPr>
      <a:lvl3pPr marL="914368" algn="l" defTabSz="914368" rtl="0" eaLnBrk="1" latinLnBrk="0" hangingPunct="1">
        <a:defRPr sz="1800" kern="1200">
          <a:solidFill>
            <a:schemeClr val="tx1"/>
          </a:solidFill>
          <a:latin typeface="+mn-lt"/>
          <a:ea typeface="+mn-ea"/>
          <a:cs typeface="+mn-cs"/>
        </a:defRPr>
      </a:lvl3pPr>
      <a:lvl4pPr marL="1371554" algn="l" defTabSz="914368" rtl="0" eaLnBrk="1" latinLnBrk="0" hangingPunct="1">
        <a:defRPr sz="1800" kern="1200">
          <a:solidFill>
            <a:schemeClr val="tx1"/>
          </a:solidFill>
          <a:latin typeface="+mn-lt"/>
          <a:ea typeface="+mn-ea"/>
          <a:cs typeface="+mn-cs"/>
        </a:defRPr>
      </a:lvl4pPr>
      <a:lvl5pPr marL="1828737" algn="l" defTabSz="914368" rtl="0" eaLnBrk="1" latinLnBrk="0" hangingPunct="1">
        <a:defRPr sz="1800" kern="1200">
          <a:solidFill>
            <a:schemeClr val="tx1"/>
          </a:solidFill>
          <a:latin typeface="+mn-lt"/>
          <a:ea typeface="+mn-ea"/>
          <a:cs typeface="+mn-cs"/>
        </a:defRPr>
      </a:lvl5pPr>
      <a:lvl6pPr marL="2285922" algn="l" defTabSz="914368" rtl="0" eaLnBrk="1" latinLnBrk="0" hangingPunct="1">
        <a:defRPr sz="1800" kern="1200">
          <a:solidFill>
            <a:schemeClr val="tx1"/>
          </a:solidFill>
          <a:latin typeface="+mn-lt"/>
          <a:ea typeface="+mn-ea"/>
          <a:cs typeface="+mn-cs"/>
        </a:defRPr>
      </a:lvl6pPr>
      <a:lvl7pPr marL="2743105" algn="l" defTabSz="914368" rtl="0" eaLnBrk="1" latinLnBrk="0" hangingPunct="1">
        <a:defRPr sz="1800" kern="1200">
          <a:solidFill>
            <a:schemeClr val="tx1"/>
          </a:solidFill>
          <a:latin typeface="+mn-lt"/>
          <a:ea typeface="+mn-ea"/>
          <a:cs typeface="+mn-cs"/>
        </a:defRPr>
      </a:lvl7pPr>
      <a:lvl8pPr marL="3200291" algn="l" defTabSz="914368" rtl="0" eaLnBrk="1" latinLnBrk="0" hangingPunct="1">
        <a:defRPr sz="1800" kern="1200">
          <a:solidFill>
            <a:schemeClr val="tx1"/>
          </a:solidFill>
          <a:latin typeface="+mn-lt"/>
          <a:ea typeface="+mn-ea"/>
          <a:cs typeface="+mn-cs"/>
        </a:defRPr>
      </a:lvl8pPr>
      <a:lvl9pPr marL="3657475" algn="l" defTabSz="914368"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3"/>
            </p:custDataLst>
          </p:nvPr>
        </p:nvGraphicFramePr>
        <p:xfrm>
          <a:off x="1589" y="1591"/>
          <a:ext cx="1588" cy="1587"/>
        </p:xfrm>
        <a:graphic>
          <a:graphicData uri="http://schemas.openxmlformats.org/presentationml/2006/ole">
            <mc:AlternateContent xmlns:mc="http://schemas.openxmlformats.org/markup-compatibility/2006">
              <mc:Choice xmlns:v="urn:schemas-microsoft-com:vml" Requires="v">
                <p:oleObj spid="_x0000_s11281" name="think-cell Slide" r:id="rId14" imgW="12700" imgH="12700" progId="TCLayout.ActiveDocument.1">
                  <p:embed/>
                </p:oleObj>
              </mc:Choice>
              <mc:Fallback>
                <p:oleObj name="think-cell Slide" r:id="rId14" imgW="12700" imgH="12700" progId="TCLayout.ActiveDocument.1">
                  <p:embed/>
                  <p:pic>
                    <p:nvPicPr>
                      <p:cNvPr id="21" name="Object 20" hidden="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89" y="1591"/>
                        <a:ext cx="1588"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userDrawn="1"/>
        </p:nvGrpSpPr>
        <p:grpSpPr>
          <a:xfrm>
            <a:off x="11501103" y="171573"/>
            <a:ext cx="419436" cy="388988"/>
            <a:chOff x="11501102" y="171573"/>
            <a:chExt cx="419436" cy="388988"/>
          </a:xfrm>
        </p:grpSpPr>
        <p:sp>
          <p:nvSpPr>
            <p:cNvPr id="4109" name="Freeform 13"/>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ln>
          </p:spPr>
          <p:txBody>
            <a:bodyPr vert="horz" wrap="square" lIns="91440" tIns="45720" rIns="91440" bIns="45720" numCol="1" anchor="t" anchorCtr="0" compatLnSpc="1"/>
            <a:lstStyle/>
            <a:p>
              <a:endParaRPr lang="en-GB" sz="1800"/>
            </a:p>
          </p:txBody>
        </p:sp>
        <p:sp>
          <p:nvSpPr>
            <p:cNvPr id="4110" name="Freeform 14"/>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ln>
          </p:spPr>
          <p:txBody>
            <a:bodyPr vert="horz" wrap="square" lIns="91440" tIns="45720" rIns="91440" bIns="45720" numCol="1" anchor="t" anchorCtr="0" compatLnSpc="1"/>
            <a:lstStyle/>
            <a:p>
              <a:endParaRPr lang="en-GB" sz="1800"/>
            </a:p>
          </p:txBody>
        </p:sp>
      </p:grpSp>
      <p:sp>
        <p:nvSpPr>
          <p:cNvPr id="7" name="Retângulo 43"/>
          <p:cNvSpPr/>
          <p:nvPr userDrawn="1"/>
        </p:nvSpPr>
        <p:spPr>
          <a:xfrm>
            <a:off x="11751671" y="6650664"/>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t>‹#›</a:t>
            </a:fld>
            <a:endParaRPr lang="en-US" sz="800" dirty="0">
              <a:solidFill>
                <a:schemeClr val="bg1">
                  <a:lumMod val="65000"/>
                </a:schemeClr>
              </a:solidFill>
              <a:cs typeface="Arial" panose="020B0604020202020204" pitchFamily="34" charset="0"/>
            </a:endParaRPr>
          </a:p>
        </p:txBody>
      </p:sp>
      <p:sp>
        <p:nvSpPr>
          <p:cNvPr id="6" name="Text Placeholder 7"/>
          <p:cNvSpPr txBox="1"/>
          <p:nvPr userDrawn="1"/>
        </p:nvSpPr>
        <p:spPr>
          <a:xfrm>
            <a:off x="9017225" y="6650663"/>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388" rtl="0" eaLnBrk="1" fontAlgn="auto" latinLnBrk="0" hangingPunct="1">
              <a:lnSpc>
                <a:spcPct val="100000"/>
              </a:lnSpc>
              <a:spcBef>
                <a:spcPts val="1000"/>
              </a:spcBef>
              <a:spcAft>
                <a:spcPts val="0"/>
              </a:spcAft>
              <a:buClrTx/>
              <a:buSzTx/>
              <a:buFont typeface="Arial" panose="020B0604020202020204" pitchFamily="34" charset="0"/>
              <a:buNone/>
              <a:defRPr/>
            </a:pPr>
            <a:r>
              <a:rPr lang="en-US" sz="800" dirty="0">
                <a:solidFill>
                  <a:schemeClr val="bg1">
                    <a:lumMod val="65000"/>
                  </a:schemeClr>
                </a:solidFill>
              </a:rPr>
              <a:t>© Capgemini 2017. All rights reserved  </a:t>
            </a:r>
            <a:r>
              <a:rPr lang="en-US" sz="800" dirty="0">
                <a:solidFill>
                  <a:schemeClr val="accent2"/>
                </a:solidFill>
              </a:rPr>
              <a:t>|</a:t>
            </a:r>
          </a:p>
        </p:txBody>
      </p:sp>
      <p:sp>
        <p:nvSpPr>
          <p:cNvPr id="8" name="Text Placeholder 7"/>
          <p:cNvSpPr txBox="1"/>
          <p:nvPr userDrawn="1"/>
        </p:nvSpPr>
        <p:spPr>
          <a:xfrm>
            <a:off x="227350" y="6650663"/>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800" dirty="0">
                <a:solidFill>
                  <a:schemeClr val="bg1">
                    <a:lumMod val="65000"/>
                  </a:schemeClr>
                </a:solidFill>
              </a:rPr>
              <a:t>Presentation Title | Author | Date</a:t>
            </a:r>
          </a:p>
        </p:txBody>
      </p:sp>
      <p:sp>
        <p:nvSpPr>
          <p:cNvPr id="4" name="Espace réservé du texte 3"/>
          <p:cNvSpPr>
            <a:spLocks noGrp="1"/>
          </p:cNvSpPr>
          <p:nvPr userDrawn="1">
            <p:ph type="body" idx="1"/>
          </p:nvPr>
        </p:nvSpPr>
        <p:spPr>
          <a:xfrm>
            <a:off x="227348" y="1815353"/>
            <a:ext cx="11700000" cy="4466201"/>
          </a:xfrm>
          <a:prstGeom prst="rect">
            <a:avLst/>
          </a:prstGeom>
        </p:spPr>
        <p:txBody>
          <a:bodyPr vert="horz" lIns="0" tIns="0" rIns="0" bIns="0" rtlCol="0">
            <a:normAutofit/>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Espace réservé du titre 8"/>
          <p:cNvSpPr>
            <a:spLocks noGrp="1"/>
          </p:cNvSpPr>
          <p:nvPr>
            <p:ph type="title"/>
          </p:nvPr>
        </p:nvSpPr>
        <p:spPr>
          <a:xfrm>
            <a:off x="227351" y="0"/>
            <a:ext cx="11125236" cy="1104900"/>
          </a:xfrm>
          <a:prstGeom prst="rect">
            <a:avLst/>
          </a:prstGeom>
        </p:spPr>
        <p:txBody>
          <a:bodyPr vert="horz" lIns="0" tIns="0" rIns="0" bIns="0" rtlCol="0" anchor="ctr">
            <a:noAutofit/>
          </a:bodyPr>
          <a:lstStyle/>
          <a:p>
            <a:pPr marL="0" marR="0" lvl="0" indent="0" algn="l" defTabSz="914388" rtl="0" eaLnBrk="1" fontAlgn="auto" latinLnBrk="0" hangingPunct="1">
              <a:lnSpc>
                <a:spcPct val="90000"/>
              </a:lnSpc>
              <a:spcBef>
                <a:spcPct val="0"/>
              </a:spcBef>
              <a:spcAft>
                <a:spcPts val="0"/>
              </a:spcAft>
              <a:buClrTx/>
              <a:buSzTx/>
              <a:buFontTx/>
              <a:buNone/>
              <a:defRPr/>
            </a:pPr>
            <a:r>
              <a:rPr lang="fr-FR" dirty="0"/>
              <a:t>Click to insert </a:t>
            </a:r>
            <a:r>
              <a:rPr lang="fr-FR" dirty="0" err="1"/>
              <a:t>title</a:t>
            </a:r>
            <a:endParaRPr lang="en-US" dirty="0"/>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Lst>
  <p:txStyles>
    <p:titleStyle>
      <a:lvl1pPr marL="0" marR="0" indent="0" algn="l" defTabSz="914388" rtl="0" eaLnBrk="1" fontAlgn="auto" latinLnBrk="0" hangingPunct="1">
        <a:lnSpc>
          <a:spcPct val="90000"/>
        </a:lnSpc>
        <a:spcBef>
          <a:spcPct val="0"/>
        </a:spcBef>
        <a:spcAft>
          <a:spcPts val="0"/>
        </a:spcAft>
        <a:buClrTx/>
        <a:buSzTx/>
        <a:buFontTx/>
        <a:buNone/>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388"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696" indent="-177798" algn="l" defTabSz="914388"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496" indent="-177798" algn="l" defTabSz="914388"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292" indent="-177798" algn="l" defTabSz="914388"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790" indent="-190498" algn="l" defTabSz="914388"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569" indent="-228597" algn="l" defTabSz="91438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63" indent="-228597" algn="l" defTabSz="91438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57" indent="-228597" algn="l" defTabSz="91438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51" indent="-228597" algn="l" defTabSz="91438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388" rtl="0" eaLnBrk="1" latinLnBrk="0" hangingPunct="1">
        <a:defRPr sz="1800" kern="1200">
          <a:solidFill>
            <a:schemeClr val="tx1"/>
          </a:solidFill>
          <a:latin typeface="+mn-lt"/>
          <a:ea typeface="+mn-ea"/>
          <a:cs typeface="+mn-cs"/>
        </a:defRPr>
      </a:lvl1pPr>
      <a:lvl2pPr marL="457195" algn="l" defTabSz="914388" rtl="0" eaLnBrk="1" latinLnBrk="0" hangingPunct="1">
        <a:defRPr sz="1800" kern="1200">
          <a:solidFill>
            <a:schemeClr val="tx1"/>
          </a:solidFill>
          <a:latin typeface="+mn-lt"/>
          <a:ea typeface="+mn-ea"/>
          <a:cs typeface="+mn-cs"/>
        </a:defRPr>
      </a:lvl2pPr>
      <a:lvl3pPr marL="914388" algn="l" defTabSz="914388" rtl="0" eaLnBrk="1" latinLnBrk="0" hangingPunct="1">
        <a:defRPr sz="1800" kern="1200">
          <a:solidFill>
            <a:schemeClr val="tx1"/>
          </a:solidFill>
          <a:latin typeface="+mn-lt"/>
          <a:ea typeface="+mn-ea"/>
          <a:cs typeface="+mn-cs"/>
        </a:defRPr>
      </a:lvl3pPr>
      <a:lvl4pPr marL="1371583" algn="l" defTabSz="914388" rtl="0" eaLnBrk="1" latinLnBrk="0" hangingPunct="1">
        <a:defRPr sz="1800" kern="1200">
          <a:solidFill>
            <a:schemeClr val="tx1"/>
          </a:solidFill>
          <a:latin typeface="+mn-lt"/>
          <a:ea typeface="+mn-ea"/>
          <a:cs typeface="+mn-cs"/>
        </a:defRPr>
      </a:lvl4pPr>
      <a:lvl5pPr marL="1828777" algn="l" defTabSz="914388" rtl="0" eaLnBrk="1" latinLnBrk="0" hangingPunct="1">
        <a:defRPr sz="1800" kern="1200">
          <a:solidFill>
            <a:schemeClr val="tx1"/>
          </a:solidFill>
          <a:latin typeface="+mn-lt"/>
          <a:ea typeface="+mn-ea"/>
          <a:cs typeface="+mn-cs"/>
        </a:defRPr>
      </a:lvl5pPr>
      <a:lvl6pPr marL="2285972" algn="l" defTabSz="914388" rtl="0" eaLnBrk="1" latinLnBrk="0" hangingPunct="1">
        <a:defRPr sz="1800" kern="1200">
          <a:solidFill>
            <a:schemeClr val="tx1"/>
          </a:solidFill>
          <a:latin typeface="+mn-lt"/>
          <a:ea typeface="+mn-ea"/>
          <a:cs typeface="+mn-cs"/>
        </a:defRPr>
      </a:lvl6pPr>
      <a:lvl7pPr marL="2743166" algn="l" defTabSz="914388" rtl="0" eaLnBrk="1" latinLnBrk="0" hangingPunct="1">
        <a:defRPr sz="1800" kern="1200">
          <a:solidFill>
            <a:schemeClr val="tx1"/>
          </a:solidFill>
          <a:latin typeface="+mn-lt"/>
          <a:ea typeface="+mn-ea"/>
          <a:cs typeface="+mn-cs"/>
        </a:defRPr>
      </a:lvl7pPr>
      <a:lvl8pPr marL="3200360" algn="l" defTabSz="914388" rtl="0" eaLnBrk="1" latinLnBrk="0" hangingPunct="1">
        <a:defRPr sz="1800" kern="1200">
          <a:solidFill>
            <a:schemeClr val="tx1"/>
          </a:solidFill>
          <a:latin typeface="+mn-lt"/>
          <a:ea typeface="+mn-ea"/>
          <a:cs typeface="+mn-cs"/>
        </a:defRPr>
      </a:lvl8pPr>
      <a:lvl9pPr marL="3657555" algn="l" defTabSz="91438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p:cNvGraphicFramePr>
            <a:graphicFrameLocks noGrp="1"/>
          </p:cNvGraphicFramePr>
          <p:nvPr>
            <p:extLst>
              <p:ext uri="{D42A27DB-BD31-4B8C-83A1-F6EECF244321}">
                <p14:modId xmlns:p14="http://schemas.microsoft.com/office/powerpoint/2010/main" val="108016884"/>
              </p:ext>
            </p:extLst>
          </p:nvPr>
        </p:nvGraphicFramePr>
        <p:xfrm>
          <a:off x="9265605" y="1199561"/>
          <a:ext cx="2946127" cy="5071561"/>
        </p:xfrm>
        <a:graphic>
          <a:graphicData uri="http://schemas.openxmlformats.org/drawingml/2006/table">
            <a:tbl>
              <a:tblPr firstRow="1" bandRow="1">
                <a:tableStyleId>{0E3FDE45-AF77-4B5C-9715-49D594BDF05E}</a:tableStyleId>
              </a:tblPr>
              <a:tblGrid>
                <a:gridCol w="913197">
                  <a:extLst>
                    <a:ext uri="{9D8B030D-6E8A-4147-A177-3AD203B41FA5}">
                      <a16:colId xmlns:a16="http://schemas.microsoft.com/office/drawing/2014/main" val="20000"/>
                    </a:ext>
                  </a:extLst>
                </a:gridCol>
                <a:gridCol w="2032930">
                  <a:extLst>
                    <a:ext uri="{9D8B030D-6E8A-4147-A177-3AD203B41FA5}">
                      <a16:colId xmlns:a16="http://schemas.microsoft.com/office/drawing/2014/main" val="20001"/>
                    </a:ext>
                  </a:extLst>
                </a:gridCol>
              </a:tblGrid>
              <a:tr h="935596">
                <a:tc>
                  <a:txBody>
                    <a:bodyPr/>
                    <a:lstStyle/>
                    <a:p>
                      <a:r>
                        <a:rPr kumimoji="0" lang="en-US" sz="1100" b="0" i="0" u="none" strike="noStrike" kern="1200" cap="none" spc="0" normalizeH="0" baseline="0" dirty="0">
                          <a:ln>
                            <a:noFill/>
                          </a:ln>
                          <a:effectLst/>
                          <a:uLnTx/>
                          <a:uFillTx/>
                          <a:latin typeface="Verdana"/>
                          <a:ea typeface="+mn-ea"/>
                          <a:cs typeface="+mn-cs"/>
                        </a:rPr>
                        <a:t>Languages</a:t>
                      </a:r>
                    </a:p>
                  </a:txBody>
                  <a:tcPr/>
                </a:tc>
                <a:tc>
                  <a:txBody>
                    <a:bodyPr/>
                    <a:lstStyle/>
                    <a:p>
                      <a:r>
                        <a:rPr kumimoji="0" lang="en-US" sz="1100" b="0" i="0" u="none" strike="noStrike" kern="1200" cap="none" spc="0" normalizeH="0" baseline="0" dirty="0">
                          <a:ln>
                            <a:noFill/>
                          </a:ln>
                          <a:effectLst/>
                          <a:uLnTx/>
                          <a:uFillTx/>
                          <a:latin typeface="Verdana" panose="020B0604030504040204" pitchFamily="34" charset="0"/>
                          <a:ea typeface="Verdana" panose="020B0604030504040204" pitchFamily="34" charset="0"/>
                          <a:cs typeface="+mn-cs"/>
                        </a:rPr>
                        <a:t>C ,java- OOPS, Generics,</a:t>
                      </a:r>
                    </a:p>
                    <a:p>
                      <a:r>
                        <a:rPr kumimoji="0" lang="en-US" sz="1100" b="0" i="0" u="none" strike="noStrike" kern="1200" cap="none" spc="0" normalizeH="0" baseline="0" dirty="0">
                          <a:ln>
                            <a:noFill/>
                          </a:ln>
                          <a:effectLst/>
                          <a:uLnTx/>
                          <a:uFillTx/>
                          <a:latin typeface="Verdana" panose="020B0604030504040204" pitchFamily="34" charset="0"/>
                          <a:ea typeface="Verdana" panose="020B0604030504040204" pitchFamily="34" charset="0"/>
                          <a:cs typeface="+mn-cs"/>
                        </a:rPr>
                        <a:t>Collections,</a:t>
                      </a:r>
                    </a:p>
                    <a:p>
                      <a:r>
                        <a:rPr kumimoji="0" lang="en-US" sz="1100" b="0" i="0" u="none" strike="noStrike" kern="1200" cap="none" spc="0" normalizeH="0" baseline="0" dirty="0">
                          <a:ln>
                            <a:noFill/>
                          </a:ln>
                          <a:effectLst/>
                          <a:uLnTx/>
                          <a:uFillTx/>
                          <a:latin typeface="Verdana" panose="020B0604030504040204" pitchFamily="34" charset="0"/>
                          <a:ea typeface="Verdana" panose="020B0604030504040204" pitchFamily="34" charset="0"/>
                          <a:cs typeface="+mn-cs"/>
                        </a:rPr>
                        <a:t>Array, Loops , python-basics</a:t>
                      </a:r>
                    </a:p>
                  </a:txBody>
                  <a:tcPr/>
                </a:tc>
                <a:extLst>
                  <a:ext uri="{0D108BD9-81ED-4DB2-BD59-A6C34878D82A}">
                    <a16:rowId xmlns:a16="http://schemas.microsoft.com/office/drawing/2014/main" val="236619847"/>
                  </a:ext>
                </a:extLst>
              </a:tr>
              <a:tr h="568938">
                <a:tc>
                  <a:txBody>
                    <a:bodyPr/>
                    <a:lstStyle/>
                    <a:p>
                      <a:pPr lvl="0">
                        <a:buNone/>
                      </a:pPr>
                      <a:r>
                        <a:rPr kumimoji="0" lang="en-US" sz="1100" b="0" i="0" u="none" strike="noStrike" kern="1200" cap="none" spc="0" normalizeH="0" baseline="0" dirty="0">
                          <a:ln>
                            <a:noFill/>
                          </a:ln>
                          <a:effectLst/>
                          <a:uLnTx/>
                          <a:uFillTx/>
                          <a:latin typeface="Verdana"/>
                          <a:ea typeface="+mn-ea"/>
                          <a:cs typeface="+mn-cs"/>
                        </a:rPr>
                        <a:t>Backend technologies</a:t>
                      </a:r>
                    </a:p>
                  </a:txBody>
                  <a:tcPr/>
                </a:tc>
                <a:tc>
                  <a:txBody>
                    <a:bodyPr/>
                    <a:lstStyle/>
                    <a:p>
                      <a:pPr marL="0" lvl="1" indent="0" algn="l">
                        <a:buNone/>
                      </a:pPr>
                      <a:r>
                        <a:rPr lang="en-IN" sz="1100" dirty="0"/>
                        <a:t>Spring Boot/Spring Security REST-API NodeJS</a:t>
                      </a:r>
                      <a:endParaRPr kumimoji="0" lang="en-US" sz="1100" u="none" strike="noStrike" kern="1200" cap="none" spc="0" normalizeH="0" baseline="0" dirty="0">
                        <a:ln>
                          <a:noFill/>
                        </a:ln>
                        <a:solidFill>
                          <a:schemeClr val="tx1"/>
                        </a:solidFill>
                        <a:effectLst/>
                        <a:uLnTx/>
                        <a:uFillTx/>
                        <a:latin typeface="+mn-lt"/>
                        <a:ea typeface="+mn-ea"/>
                        <a:cs typeface="+mn-cs"/>
                      </a:endParaRPr>
                    </a:p>
                  </a:txBody>
                  <a:tcPr/>
                </a:tc>
                <a:extLst>
                  <a:ext uri="{0D108BD9-81ED-4DB2-BD59-A6C34878D82A}">
                    <a16:rowId xmlns:a16="http://schemas.microsoft.com/office/drawing/2014/main" val="2374906028"/>
                  </a:ext>
                </a:extLst>
              </a:tr>
              <a:tr h="729131">
                <a:tc>
                  <a:txBody>
                    <a:bodyPr/>
                    <a:lstStyle/>
                    <a:p>
                      <a:r>
                        <a:rPr kumimoji="0" lang="en-US" sz="1100" b="0" i="0" u="none" strike="noStrike" kern="1200" cap="none" spc="0" normalizeH="0" baseline="0" dirty="0">
                          <a:ln>
                            <a:noFill/>
                          </a:ln>
                          <a:effectLst/>
                          <a:uLnTx/>
                          <a:uFillTx/>
                          <a:latin typeface="Verdana"/>
                          <a:ea typeface="+mn-ea"/>
                          <a:cs typeface="+mn-cs"/>
                        </a:rPr>
                        <a:t>Database</a:t>
                      </a:r>
                    </a:p>
                  </a:txBody>
                  <a:tcPr/>
                </a:tc>
                <a:tc>
                  <a:txBody>
                    <a:bodyPr/>
                    <a:lstStyle/>
                    <a:p>
                      <a:r>
                        <a:rPr lang="en-US" sz="1100" b="0" i="0" u="none" strike="noStrike" kern="1200" cap="none" spc="0" normalizeH="0" baseline="0" dirty="0">
                          <a:ln>
                            <a:noFill/>
                          </a:ln>
                          <a:effectLst/>
                          <a:uLnTx/>
                          <a:uFillTx/>
                          <a:latin typeface="+mj-lt"/>
                          <a:ea typeface="+mn-ea"/>
                          <a:cs typeface="+mn-cs"/>
                        </a:rPr>
                        <a:t>Postgres sql </a:t>
                      </a:r>
                      <a:endParaRPr kumimoji="0" lang="en-US" sz="1100" b="0" i="0" u="none" strike="noStrike" kern="1200" cap="none" spc="0" normalizeH="0" baseline="0" dirty="0">
                        <a:ln>
                          <a:noFill/>
                        </a:ln>
                        <a:effectLst/>
                        <a:uLnTx/>
                        <a:uFillTx/>
                        <a:latin typeface="+mj-lt"/>
                        <a:ea typeface="+mn-ea"/>
                        <a:cs typeface="+mn-cs"/>
                      </a:endParaRPr>
                    </a:p>
                    <a:p>
                      <a:endParaRPr kumimoji="0" lang="en-US" sz="1100" b="0" i="0" u="none" strike="noStrike" kern="1200" cap="none" spc="0" normalizeH="0" baseline="0" dirty="0">
                        <a:ln>
                          <a:noFill/>
                        </a:ln>
                        <a:effectLst/>
                        <a:uLnTx/>
                        <a:uFillTx/>
                        <a:latin typeface="Verdana"/>
                        <a:ea typeface="+mn-ea"/>
                        <a:cs typeface="+mn-cs"/>
                      </a:endParaRPr>
                    </a:p>
                  </a:txBody>
                  <a:tcPr/>
                </a:tc>
                <a:extLst>
                  <a:ext uri="{0D108BD9-81ED-4DB2-BD59-A6C34878D82A}">
                    <a16:rowId xmlns:a16="http://schemas.microsoft.com/office/drawing/2014/main" val="10007"/>
                  </a:ext>
                </a:extLst>
              </a:tr>
              <a:tr h="729131">
                <a:tc>
                  <a:txBody>
                    <a:bodyPr/>
                    <a:lstStyle/>
                    <a:p>
                      <a:r>
                        <a:rPr kumimoji="0" lang="en-US" sz="1100" b="0" i="0" u="none" strike="noStrike" kern="1200" cap="none" spc="0" normalizeH="0" baseline="0" dirty="0">
                          <a:ln>
                            <a:noFill/>
                          </a:ln>
                          <a:effectLst/>
                          <a:uLnTx/>
                          <a:uFillTx/>
                          <a:latin typeface="Verdana"/>
                          <a:ea typeface="+mn-ea"/>
                          <a:cs typeface="+mn-cs"/>
                        </a:rPr>
                        <a:t>Angular</a:t>
                      </a:r>
                    </a:p>
                  </a:txBody>
                  <a:tcPr/>
                </a:tc>
                <a:tc>
                  <a:txBody>
                    <a:bodyPr/>
                    <a:lstStyle/>
                    <a:p>
                      <a:pPr marL="0" marR="0" lvl="0" indent="0" algn="l" defTabSz="914388" rtl="0" eaLnBrk="1" fontAlgn="auto" latinLnBrk="0" hangingPunct="1">
                        <a:lnSpc>
                          <a:spcPct val="100000"/>
                        </a:lnSpc>
                        <a:spcBef>
                          <a:spcPts val="0"/>
                        </a:spcBef>
                        <a:spcAft>
                          <a:spcPts val="0"/>
                        </a:spcAft>
                        <a:buClrTx/>
                        <a:buSzTx/>
                        <a:buFontTx/>
                        <a:buNone/>
                        <a:tabLst/>
                        <a:defRPr/>
                      </a:pPr>
                      <a:r>
                        <a:rPr lang="en-US" sz="1100" b="0" i="0" u="none" strike="noStrike" dirty="0">
                          <a:solidFill>
                            <a:schemeClr val="tx2"/>
                          </a:solidFill>
                          <a:effectLst/>
                          <a:latin typeface="+mj-lt"/>
                        </a:rPr>
                        <a:t>Components, Hooks, Virtual DOM, Routing, Forms &amp; Validation</a:t>
                      </a:r>
                      <a:r>
                        <a:rPr lang="en-US" sz="1100" b="0" i="0" dirty="0">
                          <a:solidFill>
                            <a:srgbClr val="000000"/>
                          </a:solidFill>
                          <a:effectLst/>
                          <a:latin typeface="+mj-lt"/>
                        </a:rPr>
                        <a:t>​</a:t>
                      </a:r>
                    </a:p>
                    <a:p>
                      <a:endParaRPr kumimoji="0" lang="en-US" sz="1100" b="0" i="0" u="none" strike="noStrike" kern="1200" cap="none" spc="0" normalizeH="0" baseline="0" dirty="0">
                        <a:ln>
                          <a:noFill/>
                        </a:ln>
                        <a:effectLst/>
                        <a:uLnTx/>
                        <a:uFillTx/>
                        <a:latin typeface="Verdana"/>
                        <a:ea typeface="+mn-ea"/>
                        <a:cs typeface="+mn-cs"/>
                      </a:endParaRPr>
                    </a:p>
                  </a:txBody>
                  <a:tcPr/>
                </a:tc>
                <a:extLst>
                  <a:ext uri="{0D108BD9-81ED-4DB2-BD59-A6C34878D82A}">
                    <a16:rowId xmlns:a16="http://schemas.microsoft.com/office/drawing/2014/main" val="2342645640"/>
                  </a:ext>
                </a:extLst>
              </a:tr>
              <a:tr h="726983">
                <a:tc>
                  <a:txBody>
                    <a:bodyPr/>
                    <a:lstStyle/>
                    <a:p>
                      <a:r>
                        <a:rPr lang="en-IN" sz="1100" b="0" i="0" kern="1200" dirty="0">
                          <a:solidFill>
                            <a:schemeClr val="tx1"/>
                          </a:solidFill>
                          <a:effectLst/>
                          <a:latin typeface="+mn-lt"/>
                          <a:ea typeface="+mn-ea"/>
                          <a:cs typeface="+mn-cs"/>
                        </a:rPr>
                        <a:t>Web</a:t>
                      </a:r>
                    </a:p>
                    <a:p>
                      <a:r>
                        <a:rPr lang="en-IN" sz="1100" b="0" i="0" kern="1200" dirty="0">
                          <a:solidFill>
                            <a:schemeClr val="tx1"/>
                          </a:solidFill>
                          <a:effectLst/>
                          <a:latin typeface="+mn-lt"/>
                          <a:ea typeface="+mn-ea"/>
                          <a:cs typeface="+mn-cs"/>
                        </a:rPr>
                        <a:t>Technology</a:t>
                      </a:r>
                      <a:endParaRPr kumimoji="0" lang="en-US" sz="1100" b="0" i="0" u="none" strike="noStrike" kern="1200" cap="none" spc="0" normalizeH="0" baseline="0" dirty="0">
                        <a:ln>
                          <a:noFill/>
                        </a:ln>
                        <a:effectLst/>
                        <a:uLnTx/>
                        <a:uFillTx/>
                        <a:latin typeface="Verdana"/>
                        <a:ea typeface="+mn-ea"/>
                        <a:cs typeface="+mn-cs"/>
                      </a:endParaRPr>
                    </a:p>
                  </a:txBody>
                  <a:tcPr/>
                </a:tc>
                <a:tc>
                  <a:txBody>
                    <a:bodyPr/>
                    <a:lstStyle/>
                    <a:p>
                      <a:pPr marL="0" lvl="1" indent="0" algn="l" rtl="0" eaLnBrk="1" latinLnBrk="0" hangingPunct="1">
                        <a:buFont typeface="Arial" panose="020B0604020202020204" pitchFamily="34" charset="0"/>
                        <a:buNone/>
                      </a:pPr>
                      <a:r>
                        <a:rPr kumimoji="0" lang="en-US" sz="1100" u="none" strike="noStrike" kern="1200" cap="none" spc="0" normalizeH="0" baseline="0" dirty="0">
                          <a:ln>
                            <a:noFill/>
                          </a:ln>
                          <a:solidFill>
                            <a:schemeClr val="tx1"/>
                          </a:solidFill>
                          <a:effectLst/>
                          <a:uLnTx/>
                          <a:uFillTx/>
                          <a:latin typeface="+mn-lt"/>
                          <a:ea typeface="+mn-ea"/>
                          <a:cs typeface="+mn-cs"/>
                        </a:rPr>
                        <a:t>HTML5  &amp; CSS3 and </a:t>
                      </a:r>
                      <a:r>
                        <a:rPr kumimoji="0" lang="en-IN" sz="1100" u="none" strike="noStrike" kern="1200" cap="none" spc="0" normalizeH="0" baseline="0" dirty="0">
                          <a:ln>
                            <a:noFill/>
                          </a:ln>
                          <a:solidFill>
                            <a:schemeClr val="tx1"/>
                          </a:solidFill>
                          <a:effectLst/>
                          <a:uLnTx/>
                          <a:uFillTx/>
                          <a:latin typeface="+mn-lt"/>
                          <a:ea typeface="+mn-ea"/>
                          <a:cs typeface="+mn-cs"/>
                        </a:rPr>
                        <a:t>JavaScript, Typescript, Bootstrap</a:t>
                      </a:r>
                      <a:endParaRPr kumimoji="0" lang="en-US" sz="1100" u="none" strike="noStrike" kern="1200" cap="none" spc="0" normalizeH="0" baseline="0" dirty="0">
                        <a:ln>
                          <a:noFill/>
                        </a:ln>
                        <a:solidFill>
                          <a:schemeClr val="tx1"/>
                        </a:solidFill>
                        <a:effectLst/>
                        <a:uLnTx/>
                        <a:uFillTx/>
                        <a:latin typeface="+mn-lt"/>
                        <a:ea typeface="+mn-ea"/>
                        <a:cs typeface="+mn-cs"/>
                      </a:endParaRPr>
                    </a:p>
                  </a:txBody>
                  <a:tcPr/>
                </a:tc>
                <a:extLst>
                  <a:ext uri="{0D108BD9-81ED-4DB2-BD59-A6C34878D82A}">
                    <a16:rowId xmlns:a16="http://schemas.microsoft.com/office/drawing/2014/main" val="10008"/>
                  </a:ext>
                </a:extLst>
              </a:tr>
              <a:tr h="729131">
                <a:tc>
                  <a:txBody>
                    <a:bodyPr/>
                    <a:lstStyle/>
                    <a:p>
                      <a:r>
                        <a:rPr kumimoji="0" lang="en-US" sz="1100" b="0" i="0" u="none" strike="noStrike" kern="1200" cap="none" spc="0" normalizeH="0" baseline="0" dirty="0">
                          <a:ln>
                            <a:noFill/>
                          </a:ln>
                          <a:effectLst/>
                          <a:uLnTx/>
                          <a:uFillTx/>
                          <a:latin typeface="Verdana"/>
                          <a:ea typeface="+mn-ea"/>
                          <a:cs typeface="+mn-cs"/>
                        </a:rPr>
                        <a:t>Tools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dirty="0">
                          <a:ln>
                            <a:noFill/>
                          </a:ln>
                          <a:solidFill>
                            <a:prstClr val="black"/>
                          </a:solidFill>
                          <a:effectLst/>
                          <a:uLnTx/>
                          <a:uFillTx/>
                          <a:latin typeface="Verdana" panose="020B0604030504040204" pitchFamily="34" charset="0"/>
                          <a:ea typeface="+mn-ea"/>
                          <a:cs typeface="+mn-cs"/>
                        </a:rPr>
                        <a:t>Git, Postman, Swagger, Visual Studio code, Gradle</a:t>
                      </a:r>
                    </a:p>
                  </a:txBody>
                  <a:tcPr/>
                </a:tc>
                <a:extLst>
                  <a:ext uri="{0D108BD9-81ED-4DB2-BD59-A6C34878D82A}">
                    <a16:rowId xmlns:a16="http://schemas.microsoft.com/office/drawing/2014/main" val="10009"/>
                  </a:ext>
                </a:extLst>
              </a:tr>
              <a:tr h="555255">
                <a:tc>
                  <a:txBody>
                    <a:bodyPr/>
                    <a:lstStyle/>
                    <a:p>
                      <a:r>
                        <a:rPr kumimoji="0" lang="en-US" sz="1100" b="0" i="0" u="none" strike="noStrike" kern="1200" cap="none" spc="0" normalizeH="0" baseline="0" dirty="0">
                          <a:ln>
                            <a:noFill/>
                          </a:ln>
                          <a:effectLst/>
                          <a:uLnTx/>
                          <a:uFillTx/>
                          <a:latin typeface="Verdana"/>
                          <a:ea typeface="+mn-ea"/>
                          <a:cs typeface="+mn-cs"/>
                        </a:rPr>
                        <a:t>Add On skills</a:t>
                      </a:r>
                    </a:p>
                  </a:txBody>
                  <a:tcPr/>
                </a:tc>
                <a:tc>
                  <a:txBody>
                    <a:bodyPr/>
                    <a:lstStyle/>
                    <a:p>
                      <a:r>
                        <a:rPr kumimoji="0" lang="en-US" sz="1100" b="0" i="0" u="none" strike="noStrike" kern="1200" cap="none" spc="0" normalizeH="0" baseline="0" dirty="0">
                          <a:ln>
                            <a:noFill/>
                          </a:ln>
                          <a:effectLst/>
                          <a:uLnTx/>
                          <a:uFillTx/>
                          <a:latin typeface="Arial" panose="020B0604020202020204" pitchFamily="34" charset="0"/>
                          <a:ea typeface="+mn-ea"/>
                          <a:cs typeface="Arial" panose="020B0604020202020204" pitchFamily="34" charset="0"/>
                        </a:rPr>
                        <a:t>Self Learning,</a:t>
                      </a:r>
                      <a:r>
                        <a:rPr lang="en-US" sz="1100" b="0" i="0" u="none" strike="noStrike" kern="1200" dirty="0">
                          <a:solidFill>
                            <a:schemeClr val="tx1"/>
                          </a:solidFill>
                          <a:effectLst/>
                          <a:latin typeface="Arial" panose="020B0604020202020204" pitchFamily="34" charset="0"/>
                          <a:ea typeface="+mn-ea"/>
                          <a:cs typeface="Arial" panose="020B0604020202020204" pitchFamily="34" charset="0"/>
                        </a:rPr>
                        <a:t> Communication Skills, Team Management</a:t>
                      </a:r>
                      <a:endParaRPr kumimoji="0" lang="en-US" sz="1100" b="0" i="0" u="none" strike="noStrike" kern="1200" cap="none" spc="0" normalizeH="0" baseline="0" dirty="0">
                        <a:ln>
                          <a:noFill/>
                        </a:ln>
                        <a:effectLst/>
                        <a:uLnTx/>
                        <a:uFillTx/>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10010"/>
                  </a:ext>
                </a:extLst>
              </a:tr>
            </a:tbl>
          </a:graphicData>
        </a:graphic>
      </p:graphicFrame>
      <p:sp>
        <p:nvSpPr>
          <p:cNvPr id="7171" name="Text Placeholder 21"/>
          <p:cNvSpPr>
            <a:spLocks noGrp="1"/>
          </p:cNvSpPr>
          <p:nvPr>
            <p:ph type="body" sz="quarter" idx="42"/>
          </p:nvPr>
        </p:nvSpPr>
        <p:spPr>
          <a:xfrm>
            <a:off x="2463800" y="735583"/>
            <a:ext cx="6056312" cy="322262"/>
          </a:xfrm>
        </p:spPr>
        <p:txBody>
          <a:bodyPr/>
          <a:lstStyle/>
          <a:p>
            <a:pPr fontAlgn="base">
              <a:spcBef>
                <a:spcPct val="0"/>
              </a:spcBef>
            </a:pPr>
            <a:r>
              <a:rPr lang="nl-NL" altLang="nl-NL" dirty="0"/>
              <a:t>Analyst/Software Engineer</a:t>
            </a:r>
          </a:p>
        </p:txBody>
      </p:sp>
      <p:sp>
        <p:nvSpPr>
          <p:cNvPr id="7172" name="Text Placeholder 22"/>
          <p:cNvSpPr>
            <a:spLocks noGrp="1"/>
          </p:cNvSpPr>
          <p:nvPr>
            <p:ph type="body" sz="quarter" idx="43"/>
          </p:nvPr>
        </p:nvSpPr>
        <p:spPr>
          <a:xfrm>
            <a:off x="3649665" y="1355092"/>
            <a:ext cx="2374900" cy="203200"/>
          </a:xfrm>
        </p:spPr>
        <p:txBody>
          <a:bodyPr vert="horz" lIns="0" tIns="0" rIns="0" bIns="0" rtlCol="0" anchor="t">
            <a:noAutofit/>
          </a:bodyPr>
          <a:lstStyle/>
          <a:p>
            <a:pPr eaLnBrk="1" hangingPunct="1"/>
            <a:r>
              <a:rPr lang="nl-NL" altLang="nl-NL" dirty="0">
                <a:ea typeface="Verdana"/>
              </a:rPr>
              <a:t>Mumbai</a:t>
            </a:r>
            <a:endParaRPr lang="nl-NL" altLang="nl-NL" dirty="0"/>
          </a:p>
          <a:p>
            <a:pPr eaLnBrk="1" hangingPunct="1"/>
            <a:endParaRPr lang="nl-NL" altLang="nl-NL" dirty="0"/>
          </a:p>
        </p:txBody>
      </p:sp>
      <p:sp>
        <p:nvSpPr>
          <p:cNvPr id="7173" name="Text Placeholder 24"/>
          <p:cNvSpPr>
            <a:spLocks noGrp="1"/>
          </p:cNvSpPr>
          <p:nvPr>
            <p:ph type="body" sz="quarter" idx="47"/>
          </p:nvPr>
        </p:nvSpPr>
        <p:spPr>
          <a:xfrm>
            <a:off x="3276649" y="1573409"/>
            <a:ext cx="4141470" cy="203200"/>
          </a:xfrm>
        </p:spPr>
        <p:txBody>
          <a:bodyPr vert="horz" lIns="0" tIns="0" rIns="0" bIns="0" rtlCol="0" anchor="t">
            <a:noAutofit/>
          </a:bodyPr>
          <a:lstStyle/>
          <a:p>
            <a:r>
              <a:rPr lang="nl-NL" altLang="nl-NL" sz="1400" dirty="0">
                <a:solidFill>
                  <a:schemeClr val="accent1">
                    <a:lumMod val="40000"/>
                    <a:lumOff val="60000"/>
                  </a:schemeClr>
                </a:solidFill>
              </a:rPr>
              <a:t>makkella.sekhar@capgemini.com</a:t>
            </a:r>
          </a:p>
        </p:txBody>
      </p:sp>
      <p:sp>
        <p:nvSpPr>
          <p:cNvPr id="7174" name="Text Placeholder 25"/>
          <p:cNvSpPr>
            <a:spLocks noGrp="1"/>
          </p:cNvSpPr>
          <p:nvPr>
            <p:ph type="body" sz="quarter" idx="48"/>
          </p:nvPr>
        </p:nvSpPr>
        <p:spPr>
          <a:xfrm>
            <a:off x="3352486" y="1828483"/>
            <a:ext cx="2382837" cy="330200"/>
          </a:xfrm>
        </p:spPr>
        <p:txBody>
          <a:bodyPr vert="horz" lIns="0" tIns="0" rIns="0" bIns="0" rtlCol="0" anchor="t">
            <a:noAutofit/>
          </a:bodyPr>
          <a:lstStyle/>
          <a:p>
            <a:pPr eaLnBrk="1" hangingPunct="1"/>
            <a:r>
              <a:rPr lang="nl-NL" altLang="nl-NL" dirty="0"/>
              <a:t>+91 6304961368</a:t>
            </a:r>
            <a:endParaRPr lang="en-US" altLang="nl-NL" dirty="0"/>
          </a:p>
        </p:txBody>
      </p:sp>
      <p:sp>
        <p:nvSpPr>
          <p:cNvPr id="7175" name="Text Placeholder 26"/>
          <p:cNvSpPr>
            <a:spLocks noGrp="1"/>
          </p:cNvSpPr>
          <p:nvPr>
            <p:ph type="body" sz="quarter" idx="50"/>
          </p:nvPr>
        </p:nvSpPr>
        <p:spPr>
          <a:xfrm>
            <a:off x="335056" y="2823109"/>
            <a:ext cx="3978347" cy="3744379"/>
          </a:xfrm>
        </p:spPr>
        <p:txBody>
          <a:bodyPr vert="horz" lIns="0" tIns="0" rIns="0" bIns="0" rtlCol="0" anchor="t">
            <a:noAutofit/>
          </a:bodyPr>
          <a:lstStyle/>
          <a:p>
            <a:pPr marL="342900" lvl="0" indent="-342900" algn="just">
              <a:lnSpc>
                <a:spcPct val="107000"/>
              </a:lnSpc>
              <a:buFont typeface="Symbol" panose="05050102010706020507" pitchFamily="18" charset="2"/>
              <a:buChar char=""/>
            </a:pPr>
            <a:r>
              <a:rPr lang="en-IN" sz="1400" dirty="0">
                <a:effectLst/>
                <a:latin typeface="Calibri" panose="020F0502020204030204" pitchFamily="34" charset="0"/>
                <a:ea typeface="Calibri" panose="020F0502020204030204" pitchFamily="34" charset="0"/>
                <a:cs typeface="Times New Roman" panose="02020603050405020304" pitchFamily="18" charset="0"/>
              </a:rPr>
              <a:t>A self-driven learner with Front End and Back End knowledge. Passionate about implementing and launching new projects.</a:t>
            </a:r>
          </a:p>
          <a:p>
            <a:pPr marL="342900" lvl="0" indent="-342900" algn="just">
              <a:lnSpc>
                <a:spcPct val="107000"/>
              </a:lnSpc>
              <a:spcAft>
                <a:spcPts val="800"/>
              </a:spcAft>
              <a:buFont typeface="Symbol" panose="05050102010706020507" pitchFamily="18" charset="2"/>
              <a:buChar char=""/>
            </a:pPr>
            <a:r>
              <a:rPr lang="en-IN" sz="1400" dirty="0">
                <a:effectLst/>
                <a:latin typeface="Calibri" panose="020F0502020204030204" pitchFamily="34" charset="0"/>
                <a:ea typeface="Calibri" panose="020F0502020204030204" pitchFamily="34" charset="0"/>
                <a:cs typeface="Times New Roman" panose="02020603050405020304" pitchFamily="18" charset="0"/>
              </a:rPr>
              <a:t>Ready to learn new technologies and Frameworks and implement them to further improve my knowledge.</a:t>
            </a:r>
          </a:p>
          <a:p>
            <a:pPr marL="285750" indent="-285750">
              <a:buFont typeface="Arial" panose="020B0604020202020204" pitchFamily="34" charset="0"/>
              <a:buChar char="•"/>
            </a:pPr>
            <a:r>
              <a:rPr lang="en-IN" sz="1400" dirty="0">
                <a:effectLst/>
                <a:latin typeface="Calibri" panose="020F0502020204030204" pitchFamily="34" charset="0"/>
                <a:ea typeface="Calibri" panose="020F0502020204030204" pitchFamily="34" charset="0"/>
                <a:cs typeface="Times New Roman" panose="02020603050405020304" pitchFamily="18" charset="0"/>
              </a:rPr>
              <a:t>A team player with good communication skill always ready to work for the enrichment of knowledge.</a:t>
            </a:r>
            <a:endParaRPr lang="en-US" altLang="nl-NL" sz="1400" dirty="0">
              <a:ea typeface="Verdana"/>
            </a:endParaRPr>
          </a:p>
        </p:txBody>
      </p:sp>
      <p:sp>
        <p:nvSpPr>
          <p:cNvPr id="7178" name="Text Placeholder 1"/>
          <p:cNvSpPr>
            <a:spLocks noGrp="1"/>
          </p:cNvSpPr>
          <p:nvPr>
            <p:ph type="body" sz="quarter" idx="41"/>
          </p:nvPr>
        </p:nvSpPr>
        <p:spPr>
          <a:xfrm>
            <a:off x="2463800" y="239142"/>
            <a:ext cx="6223000" cy="306387"/>
          </a:xfrm>
        </p:spPr>
        <p:txBody>
          <a:bodyPr vert="horz" lIns="0" tIns="0" rIns="0" bIns="0" rtlCol="0" anchor="t">
            <a:noAutofit/>
          </a:bodyPr>
          <a:lstStyle/>
          <a:p>
            <a:r>
              <a:rPr lang="en-US" altLang="en-IN" dirty="0">
                <a:ea typeface="Verdana"/>
              </a:rPr>
              <a:t>Sekhar Makkella</a:t>
            </a:r>
            <a:endParaRPr lang="en-US" altLang="en-IN" dirty="0"/>
          </a:p>
        </p:txBody>
      </p:sp>
      <p:sp>
        <p:nvSpPr>
          <p:cNvPr id="7183" name="Text Placeholder 25"/>
          <p:cNvSpPr txBox="1">
            <a:spLocks noChangeArrowheads="1"/>
          </p:cNvSpPr>
          <p:nvPr/>
        </p:nvSpPr>
        <p:spPr bwMode="white">
          <a:xfrm>
            <a:off x="3076580" y="1978187"/>
            <a:ext cx="2381251" cy="437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ts val="2200"/>
              </a:lnSpc>
              <a:spcAft>
                <a:spcPts val="600"/>
              </a:spcAft>
              <a:buFont typeface="Arial" panose="020B0604020202020204" pitchFamily="34" charset="0"/>
              <a:defRPr>
                <a:solidFill>
                  <a:schemeClr val="tx1"/>
                </a:solidFill>
                <a:latin typeface="Verdana" panose="020B0604030504040204" pitchFamily="34" charset="0"/>
              </a:defRPr>
            </a:lvl1pPr>
            <a:lvl2pPr marL="233680" indent="-228600">
              <a:lnSpc>
                <a:spcPts val="2000"/>
              </a:lnSpc>
              <a:spcAft>
                <a:spcPts val="600"/>
              </a:spcAft>
              <a:buClr>
                <a:schemeClr val="accent1"/>
              </a:buClr>
              <a:buFont typeface="Wingdings" panose="05000000000000000000" pitchFamily="2" charset="2"/>
              <a:buChar char="§"/>
              <a:defRPr sz="1600">
                <a:solidFill>
                  <a:schemeClr val="tx1"/>
                </a:solidFill>
                <a:latin typeface="Verdana" panose="020B0604030504040204" pitchFamily="34" charset="0"/>
              </a:defRPr>
            </a:lvl2pPr>
            <a:lvl3pPr marL="457200" indent="-224155">
              <a:lnSpc>
                <a:spcPts val="1600"/>
              </a:lnSpc>
              <a:spcAft>
                <a:spcPts val="600"/>
              </a:spcAft>
              <a:buClr>
                <a:schemeClr val="accent1"/>
              </a:buClr>
              <a:buFont typeface="Arial" panose="020B0604020202020204" pitchFamily="34" charset="0"/>
              <a:buChar char="•"/>
              <a:defRPr sz="1400">
                <a:solidFill>
                  <a:schemeClr val="tx1"/>
                </a:solidFill>
                <a:latin typeface="Verdana" panose="020B0604030504040204" pitchFamily="34" charset="0"/>
              </a:defRPr>
            </a:lvl3pPr>
            <a:lvl4pPr marL="690880" indent="-233680">
              <a:lnSpc>
                <a:spcPct val="90000"/>
              </a:lnSpc>
              <a:spcAft>
                <a:spcPts val="600"/>
              </a:spcAft>
              <a:buClr>
                <a:schemeClr val="accent1"/>
              </a:buClr>
              <a:buFont typeface="Arial" panose="020B0604020202020204" pitchFamily="34" charset="0"/>
              <a:buChar char="‒"/>
              <a:defRPr sz="1200">
                <a:solidFill>
                  <a:schemeClr val="tx1"/>
                </a:solidFill>
                <a:latin typeface="Verdana" panose="020B0604030504040204" pitchFamily="34" charset="0"/>
              </a:defRPr>
            </a:lvl4pPr>
            <a:lvl5pPr marL="2057400" indent="-228600">
              <a:lnSpc>
                <a:spcPct val="90000"/>
              </a:lnSpc>
              <a:spcBef>
                <a:spcPts val="500"/>
              </a:spcBef>
              <a:buFont typeface="Arial" panose="020B0604020202020204" pitchFamily="34" charset="0"/>
              <a:buChar char="•"/>
              <a:defRPr sz="1400">
                <a:solidFill>
                  <a:schemeClr val="tx1"/>
                </a:solidFill>
                <a:latin typeface="Verdana" panose="020B060403050404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9pPr>
          </a:lstStyle>
          <a:p>
            <a:pPr defTabSz="914368">
              <a:defRPr/>
            </a:pPr>
            <a:r>
              <a:rPr lang="nl-NL" altLang="nl-NL" sz="1100">
                <a:solidFill>
                  <a:srgbClr val="FFFFFF"/>
                </a:solidFill>
              </a:rPr>
              <a:t>A4</a:t>
            </a:r>
          </a:p>
        </p:txBody>
      </p:sp>
      <p:sp>
        <p:nvSpPr>
          <p:cNvPr id="5" name="Rectangle 4"/>
          <p:cNvSpPr/>
          <p:nvPr/>
        </p:nvSpPr>
        <p:spPr>
          <a:xfrm>
            <a:off x="9256080" y="561476"/>
            <a:ext cx="2540635" cy="425950"/>
          </a:xfrm>
          <a:prstGeom prst="rect">
            <a:avLst/>
          </a:prstGeom>
        </p:spPr>
        <p:txBody>
          <a:bodyPr wrap="square" lIns="91440" tIns="45720" rIns="91440" bIns="45720" anchor="t">
            <a:spAutoFit/>
          </a:bodyPr>
          <a:lstStyle/>
          <a:p>
            <a:pPr>
              <a:lnSpc>
                <a:spcPct val="114000"/>
              </a:lnSpc>
              <a:defRPr/>
            </a:pPr>
            <a:r>
              <a:rPr lang="en-US" altLang="nl-NL" sz="1000" dirty="0">
                <a:latin typeface="Verdana"/>
                <a:ea typeface="Verdana"/>
              </a:rPr>
              <a:t>Bachelor of  Technology, Computer Science  : 2017 - 2021</a:t>
            </a:r>
          </a:p>
        </p:txBody>
      </p:sp>
      <p:sp>
        <p:nvSpPr>
          <p:cNvPr id="6" name="Rectangle 5"/>
          <p:cNvSpPr/>
          <p:nvPr/>
        </p:nvSpPr>
        <p:spPr>
          <a:xfrm>
            <a:off x="9241795" y="939802"/>
            <a:ext cx="937895" cy="246221"/>
          </a:xfrm>
          <a:prstGeom prst="rect">
            <a:avLst/>
          </a:prstGeom>
        </p:spPr>
        <p:txBody>
          <a:bodyPr wrap="square">
            <a:spAutoFit/>
          </a:bodyPr>
          <a:lstStyle/>
          <a:p>
            <a:pPr defTabSz="914368">
              <a:defRPr/>
            </a:pPr>
            <a:r>
              <a:rPr lang="en-US" altLang="nl-NL" sz="1000" b="1" dirty="0">
                <a:solidFill>
                  <a:srgbClr val="0070AD"/>
                </a:solidFill>
                <a:latin typeface="Verdana" panose="020B0604030504040204" pitchFamily="34" charset="0"/>
              </a:rPr>
              <a:t>Skills</a:t>
            </a:r>
            <a:endParaRPr lang="en-US" sz="1000" dirty="0">
              <a:solidFill>
                <a:prstClr val="black"/>
              </a:solidFill>
              <a:latin typeface="Verdana" panose="020B0604030504040204"/>
            </a:endParaRPr>
          </a:p>
        </p:txBody>
      </p:sp>
      <p:sp>
        <p:nvSpPr>
          <p:cNvPr id="10" name="Text Placeholder 26">
            <a:extLst>
              <a:ext uri="{FF2B5EF4-FFF2-40B4-BE49-F238E27FC236}">
                <a16:creationId xmlns:a16="http://schemas.microsoft.com/office/drawing/2014/main" id="{6DF1FD2B-013E-9F9C-CED8-35E68C6AAB5E}"/>
              </a:ext>
            </a:extLst>
          </p:cNvPr>
          <p:cNvSpPr txBox="1">
            <a:spLocks/>
          </p:cNvSpPr>
          <p:nvPr/>
        </p:nvSpPr>
        <p:spPr>
          <a:xfrm>
            <a:off x="4640820" y="2410529"/>
            <a:ext cx="3958077" cy="3677200"/>
          </a:xfrm>
          <a:prstGeom prst="rect">
            <a:avLst/>
          </a:prstGeom>
        </p:spPr>
        <p:txBody>
          <a:bodyPr vert="horz" lIns="0" tIns="0" rIns="0" bIns="0" rtlCol="0" anchor="t">
            <a:noAutofit/>
          </a:bodyPr>
          <a:lstStyle>
            <a:lvl1pPr marL="0" indent="0" algn="l" defTabSz="914400" rtl="0" eaLnBrk="1" latinLnBrk="0" hangingPunct="1">
              <a:lnSpc>
                <a:spcPct val="114000"/>
              </a:lnSpc>
              <a:spcBef>
                <a:spcPts val="1000"/>
              </a:spcBef>
              <a:buFont typeface="Arial" panose="020B0604020202020204" pitchFamily="34" charset="0"/>
              <a:buNone/>
              <a:defRPr sz="1000" u="none" kern="1200" baseline="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en-US" sz="1100" b="1" dirty="0">
              <a:ea typeface="Verdana"/>
            </a:endParaRPr>
          </a:p>
          <a:p>
            <a:pPr eaLnBrk="1" hangingPunct="1">
              <a:lnSpc>
                <a:spcPct val="114000"/>
              </a:lnSpc>
            </a:pPr>
            <a:r>
              <a:rPr lang="en-US" altLang="nl-NL" sz="1100" b="1" dirty="0">
                <a:latin typeface="Arial" panose="020B0604020202020204" pitchFamily="34" charset="0"/>
                <a:cs typeface="Arial" panose="020B0604020202020204" pitchFamily="34" charset="0"/>
              </a:rPr>
              <a:t>           </a:t>
            </a:r>
          </a:p>
          <a:p>
            <a:pPr eaLnBrk="1" hangingPunct="1">
              <a:lnSpc>
                <a:spcPct val="114000"/>
              </a:lnSpc>
            </a:pPr>
            <a:r>
              <a:rPr lang="en-US" altLang="nl-NL" sz="1400" b="1" dirty="0">
                <a:latin typeface="Arial" panose="020B0604020202020204" pitchFamily="34" charset="0"/>
                <a:cs typeface="Arial" panose="020B0604020202020204" pitchFamily="34" charset="0"/>
              </a:rPr>
              <a:t>Online Shopping</a:t>
            </a:r>
          </a:p>
          <a:p>
            <a:r>
              <a:rPr lang="en-IN" sz="1400" dirty="0">
                <a:latin typeface="Calibri" panose="020F0502020204030204" pitchFamily="34" charset="0"/>
                <a:cs typeface="Calibri" panose="020F0502020204030204" pitchFamily="34" charset="0"/>
              </a:rPr>
              <a:t>Complete end to end case study of online shopping using Spring Boot REST API and Swagger. Securely implemented authentication with JWTs. Created UI using HTML, CSS, Bootstrap and Angular.</a:t>
            </a:r>
            <a:endParaRPr lang="en-US" altLang="nl-NL" sz="1400" dirty="0">
              <a:latin typeface="Calibri" panose="020F0502020204030204" pitchFamily="34" charset="0"/>
              <a:cs typeface="Calibri" panose="020F0502020204030204" pitchFamily="34" charset="0"/>
            </a:endParaRPr>
          </a:p>
        </p:txBody>
      </p:sp>
      <p:pic>
        <p:nvPicPr>
          <p:cNvPr id="8" name="Picture Placeholder 7" descr="A picture containing person, person, shirt, male&#10;&#10;Description automatically generated">
            <a:extLst>
              <a:ext uri="{FF2B5EF4-FFF2-40B4-BE49-F238E27FC236}">
                <a16:creationId xmlns:a16="http://schemas.microsoft.com/office/drawing/2014/main" id="{78B8D819-6E91-4D24-AB70-CAF957CE6E3B}"/>
              </a:ext>
            </a:extLst>
          </p:cNvPr>
          <p:cNvPicPr>
            <a:picLocks noGrp="1" noChangeAspect="1"/>
          </p:cNvPicPr>
          <p:nvPr>
            <p:ph type="pic" sz="quarter" idx="46"/>
          </p:nvPr>
        </p:nvPicPr>
        <p:blipFill>
          <a:blip r:embed="rId3">
            <a:extLst>
              <a:ext uri="{28A0092B-C50C-407E-A947-70E740481C1C}">
                <a14:useLocalDpi xmlns:a14="http://schemas.microsoft.com/office/drawing/2010/main" val="0"/>
              </a:ext>
            </a:extLst>
          </a:blip>
          <a:srcRect t="12368" b="12368"/>
          <a:stretch>
            <a:fillRect/>
          </a:stretch>
        </p:blipFill>
        <p:spPr>
          <a:xfrm>
            <a:off x="203534" y="119154"/>
            <a:ext cx="1902810" cy="1904368"/>
          </a:xfr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G_2012_Template">
  <a:themeElements>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75A248773DC9D48BF09FA863687EDD5" ma:contentTypeVersion="2" ma:contentTypeDescription="Create a new document." ma:contentTypeScope="" ma:versionID="42c1056a85c3fb3ade343eee025f50f6">
  <xsd:schema xmlns:xsd="http://www.w3.org/2001/XMLSchema" xmlns:xs="http://www.w3.org/2001/XMLSchema" xmlns:p="http://schemas.microsoft.com/office/2006/metadata/properties" xmlns:ns2="23e0b11b-d854-4e13-b2dc-268ff2d1feba" targetNamespace="http://schemas.microsoft.com/office/2006/metadata/properties" ma:root="true" ma:fieldsID="b7c70e4f06a8a228146d59eef8ff01f1" ns2:_="">
    <xsd:import namespace="23e0b11b-d854-4e13-b2dc-268ff2d1feb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3e0b11b-d854-4e13-b2dc-268ff2d1fe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772639-A277-4F03-A750-02A6CF271C0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3e0b11b-d854-4e13-b2dc-268ff2d1fe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76D49A1-E7CF-4748-AD93-60B1CF8251D9}">
  <ds:schemaRefs>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23e0b11b-d854-4e13-b2dc-268ff2d1feba"/>
    <ds:schemaRef ds:uri="http://purl.org/dc/dcmitype/"/>
    <ds:schemaRef ds:uri="http://www.w3.org/XML/1998/namespace"/>
    <ds:schemaRef ds:uri="http://purl.org/dc/terms/"/>
  </ds:schemaRefs>
</ds:datastoreItem>
</file>

<file path=customXml/itemProps3.xml><?xml version="1.0" encoding="utf-8"?>
<ds:datastoreItem xmlns:ds="http://schemas.openxmlformats.org/officeDocument/2006/customXml" ds:itemID="{538D68B9-DE10-4321-909E-B00E3A00F98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ppt-template_Capgemini-2020 (7)</Template>
  <TotalTime>522</TotalTime>
  <Words>193</Words>
  <Application>Microsoft Office PowerPoint</Application>
  <PresentationFormat>Widescreen</PresentationFormat>
  <Paragraphs>32</Paragraphs>
  <Slides>1</Slides>
  <Notes>1</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1</vt:i4>
      </vt:variant>
    </vt:vector>
  </HeadingPairs>
  <TitlesOfParts>
    <vt:vector size="9" baseType="lpstr">
      <vt:lpstr>Arial</vt:lpstr>
      <vt:lpstr>Calibri</vt:lpstr>
      <vt:lpstr>Symbol</vt:lpstr>
      <vt:lpstr>Verdana</vt:lpstr>
      <vt:lpstr>Wingdings</vt:lpstr>
      <vt:lpstr>1_CG_2012_Template</vt:lpstr>
      <vt:lpstr>2_Capgemini Master</vt:lpstr>
      <vt:lpstr>think-cell Slide</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ppt template</dc:subject>
  <dc:creator>Bapat, Rashmi</dc:creator>
  <cp:lastModifiedBy>K, Venkatesh</cp:lastModifiedBy>
  <cp:revision>330</cp:revision>
  <dcterms:created xsi:type="dcterms:W3CDTF">2020-09-22T06:24:00Z</dcterms:created>
  <dcterms:modified xsi:type="dcterms:W3CDTF">2022-06-28T10:05:05Z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0x010100F75A248773DC9D48BF09FA863687EDD5</vt:lpwstr>
  </property>
  <property fmtid="{D5CDD505-2E9C-101B-9397-08002B2CF9AE}" pid="3" name="KSOProductBuildVer">
    <vt:lpwstr>1033-11.2.0.10152</vt:lpwstr>
  </property>
</Properties>
</file>